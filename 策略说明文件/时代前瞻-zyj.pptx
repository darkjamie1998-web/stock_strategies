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slideLayouts/slideLayout638.xml" ContentType="application/vnd.openxmlformats-officedocument.presentationml.slideLayout+xml"/>
  <Override PartName="/ppt/slideLayouts/slideLayout639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40.xml" ContentType="application/vnd.openxmlformats-officedocument.presentationml.slideLayout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50.xml" ContentType="application/vnd.openxmlformats-officedocument.presentationml.slideLayout+xml"/>
  <Override PartName="/ppt/slideLayouts/slideLayout651.xml" ContentType="application/vnd.openxmlformats-officedocument.presentationml.slideLayout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56.xml" ContentType="application/vnd.openxmlformats-officedocument.presentationml.slideLayout+xml"/>
  <Override PartName="/ppt/slideLayouts/slideLayout657.xml" ContentType="application/vnd.openxmlformats-officedocument.presentationml.slideLayout+xml"/>
  <Override PartName="/ppt/slideLayouts/slideLayout658.xml" ContentType="application/vnd.openxmlformats-officedocument.presentationml.slideLayout+xml"/>
  <Override PartName="/ppt/slideLayouts/slideLayout65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60.xml" ContentType="application/vnd.openxmlformats-officedocument.presentationml.slideLayout+xml"/>
  <Override PartName="/ppt/slideLayouts/slideLayout661.xml" ContentType="application/vnd.openxmlformats-officedocument.presentationml.slideLayout+xml"/>
  <Override PartName="/ppt/slideLayouts/slideLayout662.xml" ContentType="application/vnd.openxmlformats-officedocument.presentationml.slideLayout+xml"/>
  <Override PartName="/ppt/slideLayouts/slideLayout663.xml" ContentType="application/vnd.openxmlformats-officedocument.presentationml.slideLayout+xml"/>
  <Override PartName="/ppt/slideLayouts/slideLayout664.xml" ContentType="application/vnd.openxmlformats-officedocument.presentationml.slideLayout+xml"/>
  <Override PartName="/ppt/slideLayouts/slideLayout665.xml" ContentType="application/vnd.openxmlformats-officedocument.presentationml.slideLayout+xml"/>
  <Override PartName="/ppt/slideLayouts/slideLayout666.xml" ContentType="application/vnd.openxmlformats-officedocument.presentationml.slideLayout+xml"/>
  <Override PartName="/ppt/slideLayouts/slideLayout667.xml" ContentType="application/vnd.openxmlformats-officedocument.presentationml.slideLayout+xml"/>
  <Override PartName="/ppt/slideLayouts/slideLayout668.xml" ContentType="application/vnd.openxmlformats-officedocument.presentationml.slideLayout+xml"/>
  <Override PartName="/ppt/slideLayouts/slideLayout66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70.xml" ContentType="application/vnd.openxmlformats-officedocument.presentationml.slideLayout+xml"/>
  <Override PartName="/ppt/slideLayouts/slideLayout671.xml" ContentType="application/vnd.openxmlformats-officedocument.presentationml.slideLayout+xml"/>
  <Override PartName="/ppt/slideLayouts/slideLayout672.xml" ContentType="application/vnd.openxmlformats-officedocument.presentationml.slideLayout+xml"/>
  <Override PartName="/ppt/slideLayouts/slideLayout673.xml" ContentType="application/vnd.openxmlformats-officedocument.presentationml.slideLayout+xml"/>
  <Override PartName="/ppt/slideLayouts/slideLayout674.xml" ContentType="application/vnd.openxmlformats-officedocument.presentationml.slideLayout+xml"/>
  <Override PartName="/ppt/slideLayouts/slideLayout675.xml" ContentType="application/vnd.openxmlformats-officedocument.presentationml.slideLayout+xml"/>
  <Override PartName="/ppt/slideLayouts/slideLayout676.xml" ContentType="application/vnd.openxmlformats-officedocument.presentationml.slideLayout+xml"/>
  <Override PartName="/ppt/slideLayouts/slideLayout677.xml" ContentType="application/vnd.openxmlformats-officedocument.presentationml.slideLayout+xml"/>
  <Override PartName="/ppt/slideLayouts/slideLayout678.xml" ContentType="application/vnd.openxmlformats-officedocument.presentationml.slideLayout+xml"/>
  <Override PartName="/ppt/slideLayouts/slideLayout67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80.xml" ContentType="application/vnd.openxmlformats-officedocument.presentationml.slideLayout+xml"/>
  <Override PartName="/ppt/slideLayouts/slideLayout681.xml" ContentType="application/vnd.openxmlformats-officedocument.presentationml.slideLayout+xml"/>
  <Override PartName="/ppt/slideLayouts/slideLayout682.xml" ContentType="application/vnd.openxmlformats-officedocument.presentationml.slideLayout+xml"/>
  <Override PartName="/ppt/slideLayouts/slideLayout683.xml" ContentType="application/vnd.openxmlformats-officedocument.presentationml.slideLayout+xml"/>
  <Override PartName="/ppt/slideLayouts/slideLayout684.xml" ContentType="application/vnd.openxmlformats-officedocument.presentationml.slideLayout+xml"/>
  <Override PartName="/ppt/slideLayouts/slideLayout685.xml" ContentType="application/vnd.openxmlformats-officedocument.presentationml.slideLayout+xml"/>
  <Override PartName="/ppt/slideLayouts/slideLayout686.xml" ContentType="application/vnd.openxmlformats-officedocument.presentationml.slideLayout+xml"/>
  <Override PartName="/ppt/slideLayouts/slideLayout687.xml" ContentType="application/vnd.openxmlformats-officedocument.presentationml.slideLayout+xml"/>
  <Override PartName="/ppt/slideLayouts/slideLayout688.xml" ContentType="application/vnd.openxmlformats-officedocument.presentationml.slideLayout+xml"/>
  <Override PartName="/ppt/slideLayouts/slideLayout68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90.xml" ContentType="application/vnd.openxmlformats-officedocument.presentationml.slideLayout+xml"/>
  <Override PartName="/ppt/slideLayouts/slideLayout691.xml" ContentType="application/vnd.openxmlformats-officedocument.presentationml.slideLayout+xml"/>
  <Override PartName="/ppt/slideLayouts/slideLayout692.xml" ContentType="application/vnd.openxmlformats-officedocument.presentationml.slideLayout+xml"/>
  <Override PartName="/ppt/slideLayouts/slideLayout693.xml" ContentType="application/vnd.openxmlformats-officedocument.presentationml.slideLayout+xml"/>
  <Override PartName="/ppt/slideLayouts/slideLayout694.xml" ContentType="application/vnd.openxmlformats-officedocument.presentationml.slideLayout+xml"/>
  <Override PartName="/ppt/slideLayouts/slideLayout695.xml" ContentType="application/vnd.openxmlformats-officedocument.presentationml.slideLayout+xml"/>
  <Override PartName="/ppt/slideLayouts/slideLayout696.xml" ContentType="application/vnd.openxmlformats-officedocument.presentationml.slideLayout+xml"/>
  <Override PartName="/ppt/slideLayouts/slideLayout697.xml" ContentType="application/vnd.openxmlformats-officedocument.presentationml.slideLayout+xml"/>
  <Override PartName="/ppt/slideLayouts/slideLayout698.xml" ContentType="application/vnd.openxmlformats-officedocument.presentationml.slideLayout+xml"/>
  <Override PartName="/ppt/slideLayouts/slideLayout69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00.xml" ContentType="application/vnd.openxmlformats-officedocument.presentationml.slideLayout+xml"/>
  <Override PartName="/ppt/slideLayouts/slideLayout701.xml" ContentType="application/vnd.openxmlformats-officedocument.presentationml.slideLayout+xml"/>
  <Override PartName="/ppt/slideLayouts/slideLayout702.xml" ContentType="application/vnd.openxmlformats-officedocument.presentationml.slideLayout+xml"/>
  <Override PartName="/ppt/slideLayouts/slideLayout703.xml" ContentType="application/vnd.openxmlformats-officedocument.presentationml.slideLayout+xml"/>
  <Override PartName="/ppt/slideLayouts/slideLayout704.xml" ContentType="application/vnd.openxmlformats-officedocument.presentationml.slideLayout+xml"/>
  <Override PartName="/ppt/slideLayouts/slideLayout705.xml" ContentType="application/vnd.openxmlformats-officedocument.presentationml.slideLayout+xml"/>
  <Override PartName="/ppt/slideLayouts/slideLayout706.xml" ContentType="application/vnd.openxmlformats-officedocument.presentationml.slideLayout+xml"/>
  <Override PartName="/ppt/slideLayouts/slideLayout707.xml" ContentType="application/vnd.openxmlformats-officedocument.presentationml.slideLayout+xml"/>
  <Override PartName="/ppt/slideLayouts/slideLayout708.xml" ContentType="application/vnd.openxmlformats-officedocument.presentationml.slideLayout+xml"/>
  <Override PartName="/ppt/slideLayouts/slideLayout70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10.xml" ContentType="application/vnd.openxmlformats-officedocument.presentationml.slideLayout+xml"/>
  <Override PartName="/ppt/slideLayouts/slideLayout711.xml" ContentType="application/vnd.openxmlformats-officedocument.presentationml.slideLayout+xml"/>
  <Override PartName="/ppt/slideLayouts/slideLayout712.xml" ContentType="application/vnd.openxmlformats-officedocument.presentationml.slideLayout+xml"/>
  <Override PartName="/ppt/slideLayouts/slideLayout713.xml" ContentType="application/vnd.openxmlformats-officedocument.presentationml.slideLayout+xml"/>
  <Override PartName="/ppt/slideLayouts/slideLayout714.xml" ContentType="application/vnd.openxmlformats-officedocument.presentationml.slideLayout+xml"/>
  <Override PartName="/ppt/slideLayouts/slideLayout715.xml" ContentType="application/vnd.openxmlformats-officedocument.presentationml.slideLayout+xml"/>
  <Override PartName="/ppt/slideLayouts/slideLayout716.xml" ContentType="application/vnd.openxmlformats-officedocument.presentationml.slideLayout+xml"/>
  <Override PartName="/ppt/slideLayouts/slideLayout717.xml" ContentType="application/vnd.openxmlformats-officedocument.presentationml.slideLayout+xml"/>
  <Override PartName="/ppt/slideLayouts/slideLayout718.xml" ContentType="application/vnd.openxmlformats-officedocument.presentationml.slideLayout+xml"/>
  <Override PartName="/ppt/slideLayouts/slideLayout71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20.xml" ContentType="application/vnd.openxmlformats-officedocument.presentationml.slideLayout+xml"/>
  <Override PartName="/ppt/slideLayouts/slideLayout721.xml" ContentType="application/vnd.openxmlformats-officedocument.presentationml.slideLayout+xml"/>
  <Override PartName="/ppt/slideLayouts/slideLayout722.xml" ContentType="application/vnd.openxmlformats-officedocument.presentationml.slideLayout+xml"/>
  <Override PartName="/ppt/slideLayouts/slideLayout723.xml" ContentType="application/vnd.openxmlformats-officedocument.presentationml.slideLayout+xml"/>
  <Override PartName="/ppt/slideLayouts/slideLayout724.xml" ContentType="application/vnd.openxmlformats-officedocument.presentationml.slideLayout+xml"/>
  <Override PartName="/ppt/slideLayouts/slideLayout725.xml" ContentType="application/vnd.openxmlformats-officedocument.presentationml.slideLayout+xml"/>
  <Override PartName="/ppt/slideLayouts/slideLayout726.xml" ContentType="application/vnd.openxmlformats-officedocument.presentationml.slideLayout+xml"/>
  <Override PartName="/ppt/slideLayouts/slideLayout727.xml" ContentType="application/vnd.openxmlformats-officedocument.presentationml.slideLayout+xml"/>
  <Override PartName="/ppt/slideLayouts/slideLayout728.xml" ContentType="application/vnd.openxmlformats-officedocument.presentationml.slideLayout+xml"/>
  <Override PartName="/ppt/slideLayouts/slideLayout729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30.xml" ContentType="application/vnd.openxmlformats-officedocument.presentationml.slideLayout+xml"/>
  <Override PartName="/ppt/slideLayouts/slideLayout731.xml" ContentType="application/vnd.openxmlformats-officedocument.presentationml.slideLayout+xml"/>
  <Override PartName="/ppt/slideLayouts/slideLayout732.xml" ContentType="application/vnd.openxmlformats-officedocument.presentationml.slideLayout+xml"/>
  <Override PartName="/ppt/slideLayouts/slideLayout733.xml" ContentType="application/vnd.openxmlformats-officedocument.presentationml.slideLayout+xml"/>
  <Override PartName="/ppt/slideLayouts/slideLayout734.xml" ContentType="application/vnd.openxmlformats-officedocument.presentationml.slideLayout+xml"/>
  <Override PartName="/ppt/slideLayouts/slideLayout735.xml" ContentType="application/vnd.openxmlformats-officedocument.presentationml.slideLayout+xml"/>
  <Override PartName="/ppt/slideLayouts/slideLayout736.xml" ContentType="application/vnd.openxmlformats-officedocument.presentationml.slideLayout+xml"/>
  <Override PartName="/ppt/slideLayouts/slideLayout737.xml" ContentType="application/vnd.openxmlformats-officedocument.presentationml.slideLayout+xml"/>
  <Override PartName="/ppt/slideLayouts/slideLayout738.xml" ContentType="application/vnd.openxmlformats-officedocument.presentationml.slideLayout+xml"/>
  <Override PartName="/ppt/slideLayouts/slideLayout739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40.xml" ContentType="application/vnd.openxmlformats-officedocument.presentationml.slideLayout+xml"/>
  <Override PartName="/ppt/slideLayouts/slideLayout741.xml" ContentType="application/vnd.openxmlformats-officedocument.presentationml.slideLayout+xml"/>
  <Override PartName="/ppt/slideLayouts/slideLayout742.xml" ContentType="application/vnd.openxmlformats-officedocument.presentationml.slideLayout+xml"/>
  <Override PartName="/ppt/slideLayouts/slideLayout743.xml" ContentType="application/vnd.openxmlformats-officedocument.presentationml.slideLayout+xml"/>
  <Override PartName="/ppt/slideLayouts/slideLayout744.xml" ContentType="application/vnd.openxmlformats-officedocument.presentationml.slideLayout+xml"/>
  <Override PartName="/ppt/slideLayouts/slideLayout745.xml" ContentType="application/vnd.openxmlformats-officedocument.presentationml.slideLayout+xml"/>
  <Override PartName="/ppt/slideLayouts/slideLayout746.xml" ContentType="application/vnd.openxmlformats-officedocument.presentationml.slideLayout+xml"/>
  <Override PartName="/ppt/slideLayouts/slideLayout747.xml" ContentType="application/vnd.openxmlformats-officedocument.presentationml.slideLayout+xml"/>
  <Override PartName="/ppt/slideLayouts/slideLayout748.xml" ContentType="application/vnd.openxmlformats-officedocument.presentationml.slideLayout+xml"/>
  <Override PartName="/ppt/slideLayouts/slideLayout749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50.xml" ContentType="application/vnd.openxmlformats-officedocument.presentationml.slideLayout+xml"/>
  <Override PartName="/ppt/slideLayouts/slideLayout751.xml" ContentType="application/vnd.openxmlformats-officedocument.presentationml.slideLayout+xml"/>
  <Override PartName="/ppt/slideLayouts/slideLayout752.xml" ContentType="application/vnd.openxmlformats-officedocument.presentationml.slideLayout+xml"/>
  <Override PartName="/ppt/slideLayouts/slideLayout753.xml" ContentType="application/vnd.openxmlformats-officedocument.presentationml.slideLayout+xml"/>
  <Override PartName="/ppt/slideLayouts/slideLayout754.xml" ContentType="application/vnd.openxmlformats-officedocument.presentationml.slideLayout+xml"/>
  <Override PartName="/ppt/slideLayouts/slideLayout755.xml" ContentType="application/vnd.openxmlformats-officedocument.presentationml.slideLayout+xml"/>
  <Override PartName="/ppt/slideLayouts/slideLayout756.xml" ContentType="application/vnd.openxmlformats-officedocument.presentationml.slideLayout+xml"/>
  <Override PartName="/ppt/slideLayouts/slideLayout757.xml" ContentType="application/vnd.openxmlformats-officedocument.presentationml.slideLayout+xml"/>
  <Override PartName="/ppt/slideLayouts/slideLayout758.xml" ContentType="application/vnd.openxmlformats-officedocument.presentationml.slideLayout+xml"/>
  <Override PartName="/ppt/slideLayouts/slideLayout75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60.xml" ContentType="application/vnd.openxmlformats-officedocument.presentationml.slideLayout+xml"/>
  <Override PartName="/ppt/slideLayouts/slideLayout761.xml" ContentType="application/vnd.openxmlformats-officedocument.presentationml.slideLayout+xml"/>
  <Override PartName="/ppt/slideLayouts/slideLayout762.xml" ContentType="application/vnd.openxmlformats-officedocument.presentationml.slideLayout+xml"/>
  <Override PartName="/ppt/slideLayouts/slideLayout763.xml" ContentType="application/vnd.openxmlformats-officedocument.presentationml.slideLayout+xml"/>
  <Override PartName="/ppt/slideLayouts/slideLayout764.xml" ContentType="application/vnd.openxmlformats-officedocument.presentationml.slideLayout+xml"/>
  <Override PartName="/ppt/slideLayouts/slideLayout765.xml" ContentType="application/vnd.openxmlformats-officedocument.presentationml.slideLayout+xml"/>
  <Override PartName="/ppt/slideLayouts/slideLayout766.xml" ContentType="application/vnd.openxmlformats-officedocument.presentationml.slideLayout+xml"/>
  <Override PartName="/ppt/slideLayouts/slideLayout767.xml" ContentType="application/vnd.openxmlformats-officedocument.presentationml.slideLayout+xml"/>
  <Override PartName="/ppt/slideLayouts/slideLayout768.xml" ContentType="application/vnd.openxmlformats-officedocument.presentationml.slideLayout+xml"/>
  <Override PartName="/ppt/slideLayouts/slideLayout76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70.xml" ContentType="application/vnd.openxmlformats-officedocument.presentationml.slideLayout+xml"/>
  <Override PartName="/ppt/slideLayouts/slideLayout771.xml" ContentType="application/vnd.openxmlformats-officedocument.presentationml.slideLayout+xml"/>
  <Override PartName="/ppt/slideLayouts/slideLayout772.xml" ContentType="application/vnd.openxmlformats-officedocument.presentationml.slideLayout+xml"/>
  <Override PartName="/ppt/slideLayouts/slideLayout773.xml" ContentType="application/vnd.openxmlformats-officedocument.presentationml.slideLayout+xml"/>
  <Override PartName="/ppt/slideLayouts/slideLayout774.xml" ContentType="application/vnd.openxmlformats-officedocument.presentationml.slideLayout+xml"/>
  <Override PartName="/ppt/slideLayouts/slideLayout775.xml" ContentType="application/vnd.openxmlformats-officedocument.presentationml.slideLayout+xml"/>
  <Override PartName="/ppt/slideLayouts/slideLayout776.xml" ContentType="application/vnd.openxmlformats-officedocument.presentationml.slideLayout+xml"/>
  <Override PartName="/ppt/slideLayouts/slideLayout777.xml" ContentType="application/vnd.openxmlformats-officedocument.presentationml.slideLayout+xml"/>
  <Override PartName="/ppt/slideLayouts/slideLayout778.xml" ContentType="application/vnd.openxmlformats-officedocument.presentationml.slideLayout+xml"/>
  <Override PartName="/ppt/slideLayouts/slideLayout7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80.xml" ContentType="application/vnd.openxmlformats-officedocument.presentationml.slideLayout+xml"/>
  <Override PartName="/ppt/slideLayouts/slideLayout781.xml" ContentType="application/vnd.openxmlformats-officedocument.presentationml.slideLayout+xml"/>
  <Override PartName="/ppt/slideLayouts/slideLayout782.xml" ContentType="application/vnd.openxmlformats-officedocument.presentationml.slideLayout+xml"/>
  <Override PartName="/ppt/slideLayouts/slideLayout783.xml" ContentType="application/vnd.openxmlformats-officedocument.presentationml.slideLayout+xml"/>
  <Override PartName="/ppt/slideLayouts/slideLayout784.xml" ContentType="application/vnd.openxmlformats-officedocument.presentationml.slideLayout+xml"/>
  <Override PartName="/ppt/slideLayouts/slideLayout785.xml" ContentType="application/vnd.openxmlformats-officedocument.presentationml.slideLayout+xml"/>
  <Override PartName="/ppt/slideLayouts/slideLayout786.xml" ContentType="application/vnd.openxmlformats-officedocument.presentationml.slideLayout+xml"/>
  <Override PartName="/ppt/slideLayouts/slideLayout787.xml" ContentType="application/vnd.openxmlformats-officedocument.presentationml.slideLayout+xml"/>
  <Override PartName="/ppt/slideLayouts/slideLayout788.xml" ContentType="application/vnd.openxmlformats-officedocument.presentationml.slideLayout+xml"/>
  <Override PartName="/ppt/slideLayouts/slideLayout789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90.xml" ContentType="application/vnd.openxmlformats-officedocument.presentationml.slideLayout+xml"/>
  <Override PartName="/ppt/slideLayouts/slideLayout791.xml" ContentType="application/vnd.openxmlformats-officedocument.presentationml.slideLayout+xml"/>
  <Override PartName="/ppt/slideLayouts/slideLayout792.xml" ContentType="application/vnd.openxmlformats-officedocument.presentationml.slideLayout+xml"/>
  <Override PartName="/ppt/slideLayouts/slideLayout793.xml" ContentType="application/vnd.openxmlformats-officedocument.presentationml.slideLayout+xml"/>
  <Override PartName="/ppt/slideLayouts/slideLayout794.xml" ContentType="application/vnd.openxmlformats-officedocument.presentationml.slideLayout+xml"/>
  <Override PartName="/ppt/slideLayouts/slideLayout795.xml" ContentType="application/vnd.openxmlformats-officedocument.presentationml.slideLayout+xml"/>
  <Override PartName="/ppt/slideLayouts/slideLayout796.xml" ContentType="application/vnd.openxmlformats-officedocument.presentationml.slideLayout+xml"/>
  <Override PartName="/ppt/slideLayouts/slideLayout797.xml" ContentType="application/vnd.openxmlformats-officedocument.presentationml.slideLayout+xml"/>
  <Override PartName="/ppt/slideLayouts/slideLayout798.xml" ContentType="application/vnd.openxmlformats-officedocument.presentationml.slideLayout+xml"/>
  <Override PartName="/ppt/slideLayouts/slideLayout79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00.xml" ContentType="application/vnd.openxmlformats-officedocument.presentationml.slideLayout+xml"/>
  <Override PartName="/ppt/slideLayouts/slideLayout801.xml" ContentType="application/vnd.openxmlformats-officedocument.presentationml.slideLayout+xml"/>
  <Override PartName="/ppt/slideLayouts/slideLayout802.xml" ContentType="application/vnd.openxmlformats-officedocument.presentationml.slideLayout+xml"/>
  <Override PartName="/ppt/slideLayouts/slideLayout803.xml" ContentType="application/vnd.openxmlformats-officedocument.presentationml.slideLayout+xml"/>
  <Override PartName="/ppt/slideLayouts/slideLayout804.xml" ContentType="application/vnd.openxmlformats-officedocument.presentationml.slideLayout+xml"/>
  <Override PartName="/ppt/slideLayouts/slideLayout805.xml" ContentType="application/vnd.openxmlformats-officedocument.presentationml.slideLayout+xml"/>
  <Override PartName="/ppt/slideLayouts/slideLayout806.xml" ContentType="application/vnd.openxmlformats-officedocument.presentationml.slideLayout+xml"/>
  <Override PartName="/ppt/slideLayouts/slideLayout807.xml" ContentType="application/vnd.openxmlformats-officedocument.presentationml.slideLayout+xml"/>
  <Override PartName="/ppt/slideLayouts/slideLayout808.xml" ContentType="application/vnd.openxmlformats-officedocument.presentationml.slideLayout+xml"/>
  <Override PartName="/ppt/slideLayouts/slideLayout809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10.xml" ContentType="application/vnd.openxmlformats-officedocument.presentationml.slideLayout+xml"/>
  <Override PartName="/ppt/slideLayouts/slideLayout811.xml" ContentType="application/vnd.openxmlformats-officedocument.presentationml.slideLayout+xml"/>
  <Override PartName="/ppt/slideLayouts/slideLayout812.xml" ContentType="application/vnd.openxmlformats-officedocument.presentationml.slideLayout+xml"/>
  <Override PartName="/ppt/slideLayouts/slideLayout813.xml" ContentType="application/vnd.openxmlformats-officedocument.presentationml.slideLayout+xml"/>
  <Override PartName="/ppt/slideLayouts/slideLayout814.xml" ContentType="application/vnd.openxmlformats-officedocument.presentationml.slideLayout+xml"/>
  <Override PartName="/ppt/slideLayouts/slideLayout815.xml" ContentType="application/vnd.openxmlformats-officedocument.presentationml.slideLayout+xml"/>
  <Override PartName="/ppt/slideLayouts/slideLayout816.xml" ContentType="application/vnd.openxmlformats-officedocument.presentationml.slideLayout+xml"/>
  <Override PartName="/ppt/slideLayouts/slideLayout817.xml" ContentType="application/vnd.openxmlformats-officedocument.presentationml.slideLayout+xml"/>
  <Override PartName="/ppt/slideLayouts/slideLayout818.xml" ContentType="application/vnd.openxmlformats-officedocument.presentationml.slideLayout+xml"/>
  <Override PartName="/ppt/slideLayouts/slideLayout819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20.xml" ContentType="application/vnd.openxmlformats-officedocument.presentationml.slideLayout+xml"/>
  <Override PartName="/ppt/slideLayouts/slideLayout821.xml" ContentType="application/vnd.openxmlformats-officedocument.presentationml.slideLayout+xml"/>
  <Override PartName="/ppt/slideLayouts/slideLayout822.xml" ContentType="application/vnd.openxmlformats-officedocument.presentationml.slideLayout+xml"/>
  <Override PartName="/ppt/slideLayouts/slideLayout823.xml" ContentType="application/vnd.openxmlformats-officedocument.presentationml.slideLayout+xml"/>
  <Override PartName="/ppt/slideLayouts/slideLayout824.xml" ContentType="application/vnd.openxmlformats-officedocument.presentationml.slideLayout+xml"/>
  <Override PartName="/ppt/slideLayouts/slideLayout825.xml" ContentType="application/vnd.openxmlformats-officedocument.presentationml.slideLayout+xml"/>
  <Override PartName="/ppt/slideLayouts/slideLayout826.xml" ContentType="application/vnd.openxmlformats-officedocument.presentationml.slideLayout+xml"/>
  <Override PartName="/ppt/slideLayouts/slideLayout827.xml" ContentType="application/vnd.openxmlformats-officedocument.presentationml.slideLayout+xml"/>
  <Override PartName="/ppt/slideLayouts/slideLayout828.xml" ContentType="application/vnd.openxmlformats-officedocument.presentationml.slideLayout+xml"/>
  <Override PartName="/ppt/slideLayouts/slideLayout829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30.xml" ContentType="application/vnd.openxmlformats-officedocument.presentationml.slideLayout+xml"/>
  <Override PartName="/ppt/slideLayouts/slideLayout831.xml" ContentType="application/vnd.openxmlformats-officedocument.presentationml.slideLayout+xml"/>
  <Override PartName="/ppt/slideLayouts/slideLayout832.xml" ContentType="application/vnd.openxmlformats-officedocument.presentationml.slideLayout+xml"/>
  <Override PartName="/ppt/slideLayouts/slideLayout833.xml" ContentType="application/vnd.openxmlformats-officedocument.presentationml.slideLayout+xml"/>
  <Override PartName="/ppt/slideLayouts/slideLayout834.xml" ContentType="application/vnd.openxmlformats-officedocument.presentationml.slideLayout+xml"/>
  <Override PartName="/ppt/slideLayouts/slideLayout835.xml" ContentType="application/vnd.openxmlformats-officedocument.presentationml.slideLayout+xml"/>
  <Override PartName="/ppt/slideLayouts/slideLayout836.xml" ContentType="application/vnd.openxmlformats-officedocument.presentationml.slideLayout+xml"/>
  <Override PartName="/ppt/slideLayouts/slideLayout837.xml" ContentType="application/vnd.openxmlformats-officedocument.presentationml.slideLayout+xml"/>
  <Override PartName="/ppt/slideLayouts/slideLayout838.xml" ContentType="application/vnd.openxmlformats-officedocument.presentationml.slideLayout+xml"/>
  <Override PartName="/ppt/slideLayouts/slideLayout83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40.xml" ContentType="application/vnd.openxmlformats-officedocument.presentationml.slideLayout+xml"/>
  <Override PartName="/ppt/slideLayouts/slideLayout841.xml" ContentType="application/vnd.openxmlformats-officedocument.presentationml.slideLayout+xml"/>
  <Override PartName="/ppt/slideLayouts/slideLayout842.xml" ContentType="application/vnd.openxmlformats-officedocument.presentationml.slideLayout+xml"/>
  <Override PartName="/ppt/slideLayouts/slideLayout843.xml" ContentType="application/vnd.openxmlformats-officedocument.presentationml.slideLayout+xml"/>
  <Override PartName="/ppt/slideLayouts/slideLayout844.xml" ContentType="application/vnd.openxmlformats-officedocument.presentationml.slideLayout+xml"/>
  <Override PartName="/ppt/slideLayouts/slideLayout845.xml" ContentType="application/vnd.openxmlformats-officedocument.presentationml.slideLayout+xml"/>
  <Override PartName="/ppt/slideLayouts/slideLayout846.xml" ContentType="application/vnd.openxmlformats-officedocument.presentationml.slideLayout+xml"/>
  <Override PartName="/ppt/slideLayouts/slideLayout847.xml" ContentType="application/vnd.openxmlformats-officedocument.presentationml.slideLayout+xml"/>
  <Override PartName="/ppt/slideLayouts/slideLayout848.xml" ContentType="application/vnd.openxmlformats-officedocument.presentationml.slideLayout+xml"/>
  <Override PartName="/ppt/slideLayouts/slideLayout84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50.xml" ContentType="application/vnd.openxmlformats-officedocument.presentationml.slideLayout+xml"/>
  <Override PartName="/ppt/slideLayouts/slideLayout851.xml" ContentType="application/vnd.openxmlformats-officedocument.presentationml.slideLayout+xml"/>
  <Override PartName="/ppt/slideLayouts/slideLayout852.xml" ContentType="application/vnd.openxmlformats-officedocument.presentationml.slideLayout+xml"/>
  <Override PartName="/ppt/slideLayouts/slideLayout853.xml" ContentType="application/vnd.openxmlformats-officedocument.presentationml.slideLayout+xml"/>
  <Override PartName="/ppt/slideLayouts/slideLayout854.xml" ContentType="application/vnd.openxmlformats-officedocument.presentationml.slideLayout+xml"/>
  <Override PartName="/ppt/slideLayouts/slideLayout855.xml" ContentType="application/vnd.openxmlformats-officedocument.presentationml.slideLayout+xml"/>
  <Override PartName="/ppt/slideLayouts/slideLayout856.xml" ContentType="application/vnd.openxmlformats-officedocument.presentationml.slideLayout+xml"/>
  <Override PartName="/ppt/slideLayouts/slideLayout857.xml" ContentType="application/vnd.openxmlformats-officedocument.presentationml.slideLayout+xml"/>
  <Override PartName="/ppt/slideLayouts/slideLayout858.xml" ContentType="application/vnd.openxmlformats-officedocument.presentationml.slideLayout+xml"/>
  <Override PartName="/ppt/slideLayouts/slideLayout85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60.xml" ContentType="application/vnd.openxmlformats-officedocument.presentationml.slideLayout+xml"/>
  <Override PartName="/ppt/slideLayouts/slideLayout861.xml" ContentType="application/vnd.openxmlformats-officedocument.presentationml.slideLayout+xml"/>
  <Override PartName="/ppt/slideLayouts/slideLayout862.xml" ContentType="application/vnd.openxmlformats-officedocument.presentationml.slideLayout+xml"/>
  <Override PartName="/ppt/slideLayouts/slideLayout863.xml" ContentType="application/vnd.openxmlformats-officedocument.presentationml.slideLayout+xml"/>
  <Override PartName="/ppt/slideLayouts/slideLayout864.xml" ContentType="application/vnd.openxmlformats-officedocument.presentationml.slideLayout+xml"/>
  <Override PartName="/ppt/slideLayouts/slideLayout865.xml" ContentType="application/vnd.openxmlformats-officedocument.presentationml.slideLayout+xml"/>
  <Override PartName="/ppt/slideLayouts/slideLayout866.xml" ContentType="application/vnd.openxmlformats-officedocument.presentationml.slideLayout+xml"/>
  <Override PartName="/ppt/slideLayouts/slideLayout867.xml" ContentType="application/vnd.openxmlformats-officedocument.presentationml.slideLayout+xml"/>
  <Override PartName="/ppt/slideLayouts/slideLayout868.xml" ContentType="application/vnd.openxmlformats-officedocument.presentationml.slideLayout+xml"/>
  <Override PartName="/ppt/slideLayouts/slideLayout869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70.xml" ContentType="application/vnd.openxmlformats-officedocument.presentationml.slideLayout+xml"/>
  <Override PartName="/ppt/slideLayouts/slideLayout871.xml" ContentType="application/vnd.openxmlformats-officedocument.presentationml.slideLayout+xml"/>
  <Override PartName="/ppt/slideLayouts/slideLayout872.xml" ContentType="application/vnd.openxmlformats-officedocument.presentationml.slideLayout+xml"/>
  <Override PartName="/ppt/slideLayouts/slideLayout873.xml" ContentType="application/vnd.openxmlformats-officedocument.presentationml.slideLayout+xml"/>
  <Override PartName="/ppt/slideLayouts/slideLayout874.xml" ContentType="application/vnd.openxmlformats-officedocument.presentationml.slideLayout+xml"/>
  <Override PartName="/ppt/slideLayouts/slideLayout875.xml" ContentType="application/vnd.openxmlformats-officedocument.presentationml.slideLayout+xml"/>
  <Override PartName="/ppt/slideLayouts/slideLayout876.xml" ContentType="application/vnd.openxmlformats-officedocument.presentationml.slideLayout+xml"/>
  <Override PartName="/ppt/slideLayouts/slideLayout877.xml" ContentType="application/vnd.openxmlformats-officedocument.presentationml.slideLayout+xml"/>
  <Override PartName="/ppt/slideLayouts/slideLayout878.xml" ContentType="application/vnd.openxmlformats-officedocument.presentationml.slideLayout+xml"/>
  <Override PartName="/ppt/slideLayouts/slideLayout87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80.xml" ContentType="application/vnd.openxmlformats-officedocument.presentationml.slideLayout+xml"/>
  <Override PartName="/ppt/slideLayouts/slideLayout881.xml" ContentType="application/vnd.openxmlformats-officedocument.presentationml.slideLayout+xml"/>
  <Override PartName="/ppt/slideLayouts/slideLayout882.xml" ContentType="application/vnd.openxmlformats-officedocument.presentationml.slideLayout+xml"/>
  <Override PartName="/ppt/slideLayouts/slideLayout883.xml" ContentType="application/vnd.openxmlformats-officedocument.presentationml.slideLayout+xml"/>
  <Override PartName="/ppt/slideLayouts/slideLayout884.xml" ContentType="application/vnd.openxmlformats-officedocument.presentationml.slideLayout+xml"/>
  <Override PartName="/ppt/slideLayouts/slideLayout885.xml" ContentType="application/vnd.openxmlformats-officedocument.presentationml.slideLayout+xml"/>
  <Override PartName="/ppt/slideLayouts/slideLayout886.xml" ContentType="application/vnd.openxmlformats-officedocument.presentationml.slideLayout+xml"/>
  <Override PartName="/ppt/slideLayouts/slideLayout887.xml" ContentType="application/vnd.openxmlformats-officedocument.presentationml.slideLayout+xml"/>
  <Override PartName="/ppt/slideLayouts/slideLayout888.xml" ContentType="application/vnd.openxmlformats-officedocument.presentationml.slideLayout+xml"/>
  <Override PartName="/ppt/slideLayouts/slideLayout889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90.xml" ContentType="application/vnd.openxmlformats-officedocument.presentationml.slideLayout+xml"/>
  <Override PartName="/ppt/slideLayouts/slideLayout891.xml" ContentType="application/vnd.openxmlformats-officedocument.presentationml.slideLayout+xml"/>
  <Override PartName="/ppt/slideLayouts/slideLayout892.xml" ContentType="application/vnd.openxmlformats-officedocument.presentationml.slideLayout+xml"/>
  <Override PartName="/ppt/slideLayouts/slideLayout893.xml" ContentType="application/vnd.openxmlformats-officedocument.presentationml.slideLayout+xml"/>
  <Override PartName="/ppt/slideLayouts/slideLayout894.xml" ContentType="application/vnd.openxmlformats-officedocument.presentationml.slideLayout+xml"/>
  <Override PartName="/ppt/slideLayouts/slideLayout895.xml" ContentType="application/vnd.openxmlformats-officedocument.presentationml.slideLayout+xml"/>
  <Override PartName="/ppt/slideLayouts/slideLayout896.xml" ContentType="application/vnd.openxmlformats-officedocument.presentationml.slideLayout+xml"/>
  <Override PartName="/ppt/slideLayouts/slideLayout897.xml" ContentType="application/vnd.openxmlformats-officedocument.presentationml.slideLayout+xml"/>
  <Override PartName="/ppt/slideLayouts/slideLayout898.xml" ContentType="application/vnd.openxmlformats-officedocument.presentationml.slideLayout+xml"/>
  <Override PartName="/ppt/slideLayouts/slideLayout89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00.xml" ContentType="application/vnd.openxmlformats-officedocument.presentationml.slideLayout+xml"/>
  <Override PartName="/ppt/slideLayouts/slideLayout901.xml" ContentType="application/vnd.openxmlformats-officedocument.presentationml.slideLayout+xml"/>
  <Override PartName="/ppt/slideLayouts/slideLayout902.xml" ContentType="application/vnd.openxmlformats-officedocument.presentationml.slideLayout+xml"/>
  <Override PartName="/ppt/slideLayouts/slideLayout903.xml" ContentType="application/vnd.openxmlformats-officedocument.presentationml.slideLayout+xml"/>
  <Override PartName="/ppt/slideLayouts/slideLayout904.xml" ContentType="application/vnd.openxmlformats-officedocument.presentationml.slideLayout+xml"/>
  <Override PartName="/ppt/slideLayouts/slideLayout905.xml" ContentType="application/vnd.openxmlformats-officedocument.presentationml.slideLayout+xml"/>
  <Override PartName="/ppt/slideLayouts/slideLayout906.xml" ContentType="application/vnd.openxmlformats-officedocument.presentationml.slideLayout+xml"/>
  <Override PartName="/ppt/slideLayouts/slideLayout907.xml" ContentType="application/vnd.openxmlformats-officedocument.presentationml.slideLayout+xml"/>
  <Override PartName="/ppt/slideLayouts/slideLayout908.xml" ContentType="application/vnd.openxmlformats-officedocument.presentationml.slideLayout+xml"/>
  <Override PartName="/ppt/slideLayouts/slideLayout909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10.xml" ContentType="application/vnd.openxmlformats-officedocument.presentationml.slideLayout+xml"/>
  <Override PartName="/ppt/slideLayouts/slideLayout911.xml" ContentType="application/vnd.openxmlformats-officedocument.presentationml.slideLayout+xml"/>
  <Override PartName="/ppt/slideLayouts/slideLayout912.xml" ContentType="application/vnd.openxmlformats-officedocument.presentationml.slideLayout+xml"/>
  <Override PartName="/ppt/slideLayouts/slideLayout913.xml" ContentType="application/vnd.openxmlformats-officedocument.presentationml.slideLayout+xml"/>
  <Override PartName="/ppt/slideLayouts/slideLayout914.xml" ContentType="application/vnd.openxmlformats-officedocument.presentationml.slideLayout+xml"/>
  <Override PartName="/ppt/slideLayouts/slideLayout915.xml" ContentType="application/vnd.openxmlformats-officedocument.presentationml.slideLayout+xml"/>
  <Override PartName="/ppt/slideLayouts/slideLayout916.xml" ContentType="application/vnd.openxmlformats-officedocument.presentationml.slideLayout+xml"/>
  <Override PartName="/ppt/slideLayouts/slideLayout917.xml" ContentType="application/vnd.openxmlformats-officedocument.presentationml.slideLayout+xml"/>
  <Override PartName="/ppt/slideLayouts/slideLayout918.xml" ContentType="application/vnd.openxmlformats-officedocument.presentationml.slideLayout+xml"/>
  <Override PartName="/ppt/slideLayouts/slideLayout919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20.xml" ContentType="application/vnd.openxmlformats-officedocument.presentationml.slideLayout+xml"/>
  <Override PartName="/ppt/slideLayouts/slideLayout921.xml" ContentType="application/vnd.openxmlformats-officedocument.presentationml.slideLayout+xml"/>
  <Override PartName="/ppt/slideLayouts/slideLayout922.xml" ContentType="application/vnd.openxmlformats-officedocument.presentationml.slideLayout+xml"/>
  <Override PartName="/ppt/slideLayouts/slideLayout923.xml" ContentType="application/vnd.openxmlformats-officedocument.presentationml.slideLayout+xml"/>
  <Override PartName="/ppt/slideLayouts/slideLayout924.xml" ContentType="application/vnd.openxmlformats-officedocument.presentationml.slideLayout+xml"/>
  <Override PartName="/ppt/slideLayouts/slideLayout925.xml" ContentType="application/vnd.openxmlformats-officedocument.presentationml.slideLayout+xml"/>
  <Override PartName="/ppt/slideLayouts/slideLayout926.xml" ContentType="application/vnd.openxmlformats-officedocument.presentationml.slideLayout+xml"/>
  <Override PartName="/ppt/slideLayouts/slideLayout927.xml" ContentType="application/vnd.openxmlformats-officedocument.presentationml.slideLayout+xml"/>
  <Override PartName="/ppt/slideLayouts/slideLayout928.xml" ContentType="application/vnd.openxmlformats-officedocument.presentationml.slideLayout+xml"/>
  <Override PartName="/ppt/slideLayouts/slideLayout929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30.xml" ContentType="application/vnd.openxmlformats-officedocument.presentationml.slideLayout+xml"/>
  <Override PartName="/ppt/slideLayouts/slideLayout931.xml" ContentType="application/vnd.openxmlformats-officedocument.presentationml.slideLayout+xml"/>
  <Override PartName="/ppt/slideLayouts/slideLayout932.xml" ContentType="application/vnd.openxmlformats-officedocument.presentationml.slideLayout+xml"/>
  <Override PartName="/ppt/slideLayouts/slideLayout933.xml" ContentType="application/vnd.openxmlformats-officedocument.presentationml.slideLayout+xml"/>
  <Override PartName="/ppt/slideLayouts/slideLayout934.xml" ContentType="application/vnd.openxmlformats-officedocument.presentationml.slideLayout+xml"/>
  <Override PartName="/ppt/slideLayouts/slideLayout935.xml" ContentType="application/vnd.openxmlformats-officedocument.presentationml.slideLayout+xml"/>
  <Override PartName="/ppt/slideLayouts/slideLayout936.xml" ContentType="application/vnd.openxmlformats-officedocument.presentationml.slideLayout+xml"/>
  <Override PartName="/ppt/slideLayouts/slideLayout937.xml" ContentType="application/vnd.openxmlformats-officedocument.presentationml.slideLayout+xml"/>
  <Override PartName="/ppt/slideLayouts/slideLayout938.xml" ContentType="application/vnd.openxmlformats-officedocument.presentationml.slideLayout+xml"/>
  <Override PartName="/ppt/slideLayouts/slideLayout939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40.xml" ContentType="application/vnd.openxmlformats-officedocument.presentationml.slideLayout+xml"/>
  <Override PartName="/ppt/slideLayouts/slideLayout941.xml" ContentType="application/vnd.openxmlformats-officedocument.presentationml.slideLayout+xml"/>
  <Override PartName="/ppt/slideLayouts/slideLayout942.xml" ContentType="application/vnd.openxmlformats-officedocument.presentationml.slideLayout+xml"/>
  <Override PartName="/ppt/slideLayouts/slideLayout943.xml" ContentType="application/vnd.openxmlformats-officedocument.presentationml.slideLayout+xml"/>
  <Override PartName="/ppt/slideLayouts/slideLayout944.xml" ContentType="application/vnd.openxmlformats-officedocument.presentationml.slideLayout+xml"/>
  <Override PartName="/ppt/slideLayouts/slideLayout945.xml" ContentType="application/vnd.openxmlformats-officedocument.presentationml.slideLayout+xml"/>
  <Override PartName="/ppt/slideLayouts/slideLayout946.xml" ContentType="application/vnd.openxmlformats-officedocument.presentationml.slideLayout+xml"/>
  <Override PartName="/ppt/slideLayouts/slideLayout947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6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66.xml" ContentType="application/vnd.openxmlformats-officedocument.theme+xml"/>
  <Override PartName="/ppt/theme/theme67.xml" ContentType="application/vnd.openxmlformats-officedocument.theme+xml"/>
  <Override PartName="/ppt/theme/theme68.xml" ContentType="application/vnd.openxmlformats-officedocument.theme+xml"/>
  <Override PartName="/ppt/theme/theme69.xml" ContentType="application/vnd.openxmlformats-officedocument.theme+xml"/>
  <Override PartName="/ppt/theme/theme7.xml" ContentType="application/vnd.openxmlformats-officedocument.theme+xml"/>
  <Override PartName="/ppt/theme/theme70.xml" ContentType="application/vnd.openxmlformats-officedocument.theme+xml"/>
  <Override PartName="/ppt/theme/theme71.xml" ContentType="application/vnd.openxmlformats-officedocument.theme+xml"/>
  <Override PartName="/ppt/theme/theme72.xml" ContentType="application/vnd.openxmlformats-officedocument.theme+xml"/>
  <Override PartName="/ppt/theme/theme73.xml" ContentType="application/vnd.openxmlformats-officedocument.theme+xml"/>
  <Override PartName="/ppt/theme/theme74.xml" ContentType="application/vnd.openxmlformats-officedocument.theme+xml"/>
  <Override PartName="/ppt/theme/theme75.xml" ContentType="application/vnd.openxmlformats-officedocument.theme+xml"/>
  <Override PartName="/ppt/theme/theme76.xml" ContentType="application/vnd.openxmlformats-officedocument.theme+xml"/>
  <Override PartName="/ppt/theme/theme77.xml" ContentType="application/vnd.openxmlformats-officedocument.theme+xml"/>
  <Override PartName="/ppt/theme/theme78.xml" ContentType="application/vnd.openxmlformats-officedocument.theme+xml"/>
  <Override PartName="/ppt/theme/theme79.xml" ContentType="application/vnd.openxmlformats-officedocument.theme+xml"/>
  <Override PartName="/ppt/theme/theme8.xml" ContentType="application/vnd.openxmlformats-officedocument.theme+xml"/>
  <Override PartName="/ppt/theme/theme80.xml" ContentType="application/vnd.openxmlformats-officedocument.theme+xml"/>
  <Override PartName="/ppt/theme/theme81.xml" ContentType="application/vnd.openxmlformats-officedocument.theme+xml"/>
  <Override PartName="/ppt/theme/theme82.xml" ContentType="application/vnd.openxmlformats-officedocument.theme+xml"/>
  <Override PartName="/ppt/theme/theme83.xml" ContentType="application/vnd.openxmlformats-officedocument.theme+xml"/>
  <Override PartName="/ppt/theme/theme84.xml" ContentType="application/vnd.openxmlformats-officedocument.theme+xml"/>
  <Override PartName="/ppt/theme/theme85.xml" ContentType="application/vnd.openxmlformats-officedocument.theme+xml"/>
  <Override PartName="/ppt/theme/theme86.xml" ContentType="application/vnd.openxmlformats-officedocument.theme+xml"/>
  <Override PartName="/ppt/theme/theme87.xml" ContentType="application/vnd.openxmlformats-officedocument.theme+xml"/>
  <Override PartName="/ppt/theme/theme8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  <p:sldMasterId id="2147483828" r:id="rId17"/>
    <p:sldMasterId id="2147483840" r:id="rId18"/>
    <p:sldMasterId id="2147483852" r:id="rId19"/>
    <p:sldMasterId id="2147483864" r:id="rId20"/>
    <p:sldMasterId id="2147483876" r:id="rId21"/>
    <p:sldMasterId id="2147483888" r:id="rId22"/>
    <p:sldMasterId id="2147483900" r:id="rId23"/>
    <p:sldMasterId id="2147483912" r:id="rId24"/>
    <p:sldMasterId id="2147483924" r:id="rId25"/>
    <p:sldMasterId id="2147483936" r:id="rId26"/>
    <p:sldMasterId id="2147483948" r:id="rId27"/>
    <p:sldMasterId id="2147483960" r:id="rId28"/>
    <p:sldMasterId id="2147483972" r:id="rId29"/>
    <p:sldMasterId id="2147483984" r:id="rId30"/>
    <p:sldMasterId id="2147483996" r:id="rId31"/>
    <p:sldMasterId id="2147484008" r:id="rId32"/>
    <p:sldMasterId id="2147484020" r:id="rId33"/>
    <p:sldMasterId id="2147484032" r:id="rId34"/>
    <p:sldMasterId id="2147484044" r:id="rId35"/>
    <p:sldMasterId id="2147484056" r:id="rId36"/>
    <p:sldMasterId id="2147484068" r:id="rId37"/>
    <p:sldMasterId id="2147484080" r:id="rId38"/>
    <p:sldMasterId id="2147484092" r:id="rId39"/>
    <p:sldMasterId id="2147484104" r:id="rId40"/>
    <p:sldMasterId id="2147484116" r:id="rId41"/>
    <p:sldMasterId id="2147484128" r:id="rId42"/>
    <p:sldMasterId id="2147484140" r:id="rId43"/>
    <p:sldMasterId id="2147484152" r:id="rId44"/>
    <p:sldMasterId id="2147484164" r:id="rId45"/>
    <p:sldMasterId id="2147484176" r:id="rId46"/>
    <p:sldMasterId id="2147484188" r:id="rId47"/>
    <p:sldMasterId id="2147484200" r:id="rId48"/>
    <p:sldMasterId id="2147484212" r:id="rId49"/>
    <p:sldMasterId id="2147484224" r:id="rId50"/>
    <p:sldMasterId id="2147484236" r:id="rId51"/>
    <p:sldMasterId id="2147484248" r:id="rId52"/>
    <p:sldMasterId id="2147484260" r:id="rId53"/>
    <p:sldMasterId id="2147484272" r:id="rId54"/>
    <p:sldMasterId id="2147484284" r:id="rId55"/>
    <p:sldMasterId id="2147484296" r:id="rId56"/>
    <p:sldMasterId id="2147484308" r:id="rId57"/>
    <p:sldMasterId id="2147484320" r:id="rId58"/>
    <p:sldMasterId id="2147484332" r:id="rId59"/>
    <p:sldMasterId id="2147484344" r:id="rId60"/>
    <p:sldMasterId id="2147484356" r:id="rId61"/>
    <p:sldMasterId id="2147484368" r:id="rId62"/>
    <p:sldMasterId id="2147484380" r:id="rId63"/>
    <p:sldMasterId id="2147484392" r:id="rId64"/>
    <p:sldMasterId id="2147484404" r:id="rId65"/>
    <p:sldMasterId id="2147484416" r:id="rId66"/>
    <p:sldMasterId id="2147484428" r:id="rId67"/>
    <p:sldMasterId id="2147484440" r:id="rId68"/>
    <p:sldMasterId id="2147484452" r:id="rId69"/>
    <p:sldMasterId id="2147484464" r:id="rId70"/>
    <p:sldMasterId id="2147484476" r:id="rId71"/>
    <p:sldMasterId id="2147484488" r:id="rId72"/>
    <p:sldMasterId id="2147484500" r:id="rId73"/>
    <p:sldMasterId id="2147484512" r:id="rId74"/>
    <p:sldMasterId id="2147484524" r:id="rId75"/>
    <p:sldMasterId id="2147484536" r:id="rId76"/>
    <p:sldMasterId id="2147484548" r:id="rId77"/>
    <p:sldMasterId id="2147484560" r:id="rId78"/>
    <p:sldMasterId id="2147484572" r:id="rId79"/>
    <p:sldMasterId id="2147484584" r:id="rId80"/>
    <p:sldMasterId id="2147484596" r:id="rId81"/>
    <p:sldMasterId id="2147484608" r:id="rId82"/>
    <p:sldMasterId id="2147484620" r:id="rId83"/>
    <p:sldMasterId id="2147484632" r:id="rId84"/>
    <p:sldMasterId id="2147484644" r:id="rId85"/>
    <p:sldMasterId id="2147484656" r:id="rId86"/>
    <p:sldMasterId id="2147484668" r:id="rId87"/>
  </p:sldMasterIdLst>
  <p:notesMasterIdLst>
    <p:notesMasterId r:id="rId90"/>
  </p:notesMasterIdLst>
  <p:handoutMasterIdLst>
    <p:handoutMasterId r:id="rId98"/>
  </p:handoutMasterIdLst>
  <p:sldIdLst>
    <p:sldId id="2036" r:id="rId88"/>
    <p:sldId id="2266" r:id="rId89"/>
    <p:sldId id="2224" r:id="rId91"/>
    <p:sldId id="2401" r:id="rId92"/>
    <p:sldId id="2383" r:id="rId93"/>
    <p:sldId id="2350" r:id="rId94"/>
    <p:sldId id="2364" r:id="rId95"/>
    <p:sldId id="2331" r:id="rId96"/>
    <p:sldId id="2227" r:id="rId97"/>
  </p:sldIdLst>
  <p:sldSz cx="12192000" cy="6858000"/>
  <p:notesSz cx="6797675" cy="9928225"/>
  <p:custDataLst>
    <p:tags r:id="rId10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0850" lvl="1" indent="190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08050" lvl="2" indent="190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65250" lvl="3" indent="1905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1180" lvl="4" indent="127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127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127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127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127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琼" initials="i" lastIdx="8" clrIdx="0"/>
  <p:cmAuthor id="1" name="Judith" initials="J" lastIdx="1" clrIdx="0"/>
  <p:cmAuthor id="2" name="作者" initials="A" lastIdx="0" clrIdx="1"/>
  <p:cmAuthor id="3" name="王泰博" initials="王泰博" lastIdx="1" clrIdx="2"/>
  <p:cmAuthor id="4" name="phnnqq" initials="p" lastIdx="1" clrIdx="3"/>
  <p:cmAuthor id="5" name="程吟" initials="程吟" lastIdx="16" clrIdx="4"/>
  <p:cmAuthor id="6" name="zhangqingge" initials="z" lastIdx="1" clrIdx="5"/>
  <p:cmAuthor id="7" name="Tiffa" initials="T" lastIdx="1" clrIdx="6"/>
  <p:cmAuthor id="8" name="张瀚霖" initials="张瀚霖" lastIdx="0" clrIdx="7"/>
  <p:cmAuthor id="9" name="吴海" initials="吴海" lastIdx="1" clrIdx="8"/>
  <p:cmAuthor id="10" name="lijing" initials="l" lastIdx="11" clrIdx="9"/>
  <p:cmAuthor id="11" name="黄日秋" initials="黄日秋" lastIdx="1" clrIdx="10"/>
  <p:cmAuthor id="12" name="xiaoaitongxue" initials="x" lastIdx="1" clrIdx="11"/>
  <p:cmAuthor id="13" name="孙晶晶" initials="孙晶晶" lastIdx="11" clrIdx="13"/>
  <p:cmAuthor id="14" name="一凡" initials="一凡" lastIdx="1" clrIdx="14"/>
  <p:cmAuthor id="15" name="276431207@qq.com" initials="" lastIdx="1" clrIdx="15"/>
  <p:cmAuthor id="16" name="zhuanglu" initials="z" lastIdx="1" clrIdx="15"/>
  <p:cmAuthor id="17" name="admin" initials="a" lastIdx="2" clrIdx="16"/>
  <p:cmAuthor id="18" name="子涵 唐" initials="子涵" lastIdx="1" clrIdx="1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C3300"/>
    <a:srgbClr val="FAE7E7"/>
    <a:srgbClr val="FFFFFF"/>
    <a:srgbClr val="FAE8E8"/>
    <a:srgbClr val="FF9999"/>
    <a:srgbClr val="FFCCCC"/>
    <a:srgbClr val="C00000"/>
    <a:srgbClr val="F8F7F5"/>
    <a:srgbClr val="8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0"/>
    <p:restoredTop sz="94660"/>
  </p:normalViewPr>
  <p:slideViewPr>
    <p:cSldViewPr snapToObjects="1" showGuides="1">
      <p:cViewPr varScale="1">
        <p:scale>
          <a:sx n="88" d="100"/>
          <a:sy n="88" d="100"/>
        </p:scale>
        <p:origin x="180" y="57"/>
      </p:cViewPr>
      <p:guideLst>
        <p:guide orient="horz" pos="2183"/>
        <p:guide pos="36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97" Type="http://schemas.openxmlformats.org/officeDocument/2006/relationships/slide" Target="slides/slide9.xml"/><Relationship Id="rId96" Type="http://schemas.openxmlformats.org/officeDocument/2006/relationships/slide" Target="slides/slide8.xml"/><Relationship Id="rId95" Type="http://schemas.openxmlformats.org/officeDocument/2006/relationships/slide" Target="slides/slide7.xml"/><Relationship Id="rId94" Type="http://schemas.openxmlformats.org/officeDocument/2006/relationships/slide" Target="slides/slide6.xml"/><Relationship Id="rId93" Type="http://schemas.openxmlformats.org/officeDocument/2006/relationships/slide" Target="slides/slide5.xml"/><Relationship Id="rId92" Type="http://schemas.openxmlformats.org/officeDocument/2006/relationships/slide" Target="slides/slide4.xml"/><Relationship Id="rId91" Type="http://schemas.openxmlformats.org/officeDocument/2006/relationships/slide" Target="slides/slide3.xml"/><Relationship Id="rId90" Type="http://schemas.openxmlformats.org/officeDocument/2006/relationships/notesMaster" Target="notesMasters/notesMaster1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2.xml"/><Relationship Id="rId88" Type="http://schemas.openxmlformats.org/officeDocument/2006/relationships/slide" Target="slides/slide1.xml"/><Relationship Id="rId87" Type="http://schemas.openxmlformats.org/officeDocument/2006/relationships/slideMaster" Target="slideMasters/slideMaster86.xml"/><Relationship Id="rId86" Type="http://schemas.openxmlformats.org/officeDocument/2006/relationships/slideMaster" Target="slideMasters/slideMaster85.xml"/><Relationship Id="rId85" Type="http://schemas.openxmlformats.org/officeDocument/2006/relationships/slideMaster" Target="slideMasters/slideMaster84.xml"/><Relationship Id="rId84" Type="http://schemas.openxmlformats.org/officeDocument/2006/relationships/slideMaster" Target="slideMasters/slideMaster83.xml"/><Relationship Id="rId83" Type="http://schemas.openxmlformats.org/officeDocument/2006/relationships/slideMaster" Target="slideMasters/slideMaster82.xml"/><Relationship Id="rId82" Type="http://schemas.openxmlformats.org/officeDocument/2006/relationships/slideMaster" Target="slideMasters/slideMaster81.xml"/><Relationship Id="rId81" Type="http://schemas.openxmlformats.org/officeDocument/2006/relationships/slideMaster" Target="slideMasters/slideMaster80.xml"/><Relationship Id="rId80" Type="http://schemas.openxmlformats.org/officeDocument/2006/relationships/slideMaster" Target="slideMasters/slideMaster79.xml"/><Relationship Id="rId8" Type="http://schemas.openxmlformats.org/officeDocument/2006/relationships/slideMaster" Target="slideMasters/slideMaster7.xml"/><Relationship Id="rId79" Type="http://schemas.openxmlformats.org/officeDocument/2006/relationships/slideMaster" Target="slideMasters/slideMaster78.xml"/><Relationship Id="rId78" Type="http://schemas.openxmlformats.org/officeDocument/2006/relationships/slideMaster" Target="slideMasters/slideMaster77.xml"/><Relationship Id="rId77" Type="http://schemas.openxmlformats.org/officeDocument/2006/relationships/slideMaster" Target="slideMasters/slideMaster76.xml"/><Relationship Id="rId76" Type="http://schemas.openxmlformats.org/officeDocument/2006/relationships/slideMaster" Target="slideMasters/slideMaster75.xml"/><Relationship Id="rId75" Type="http://schemas.openxmlformats.org/officeDocument/2006/relationships/slideMaster" Target="slideMasters/slideMaster74.xml"/><Relationship Id="rId74" Type="http://schemas.openxmlformats.org/officeDocument/2006/relationships/slideMaster" Target="slideMasters/slideMaster73.xml"/><Relationship Id="rId73" Type="http://schemas.openxmlformats.org/officeDocument/2006/relationships/slideMaster" Target="slideMasters/slideMaster72.xml"/><Relationship Id="rId72" Type="http://schemas.openxmlformats.org/officeDocument/2006/relationships/slideMaster" Target="slideMasters/slideMaster71.xml"/><Relationship Id="rId71" Type="http://schemas.openxmlformats.org/officeDocument/2006/relationships/slideMaster" Target="slideMasters/slideMaster70.xml"/><Relationship Id="rId70" Type="http://schemas.openxmlformats.org/officeDocument/2006/relationships/slideMaster" Target="slideMasters/slideMaster69.xml"/><Relationship Id="rId7" Type="http://schemas.openxmlformats.org/officeDocument/2006/relationships/slideMaster" Target="slideMasters/slideMaster6.xml"/><Relationship Id="rId69" Type="http://schemas.openxmlformats.org/officeDocument/2006/relationships/slideMaster" Target="slideMasters/slideMaster68.xml"/><Relationship Id="rId68" Type="http://schemas.openxmlformats.org/officeDocument/2006/relationships/slideMaster" Target="slideMasters/slideMaster67.xml"/><Relationship Id="rId67" Type="http://schemas.openxmlformats.org/officeDocument/2006/relationships/slideMaster" Target="slideMasters/slideMaster66.xml"/><Relationship Id="rId66" Type="http://schemas.openxmlformats.org/officeDocument/2006/relationships/slideMaster" Target="slideMasters/slideMaster65.xml"/><Relationship Id="rId65" Type="http://schemas.openxmlformats.org/officeDocument/2006/relationships/slideMaster" Target="slideMasters/slideMaster64.xml"/><Relationship Id="rId64" Type="http://schemas.openxmlformats.org/officeDocument/2006/relationships/slideMaster" Target="slideMasters/slideMaster63.xml"/><Relationship Id="rId63" Type="http://schemas.openxmlformats.org/officeDocument/2006/relationships/slideMaster" Target="slideMasters/slideMaster62.xml"/><Relationship Id="rId62" Type="http://schemas.openxmlformats.org/officeDocument/2006/relationships/slideMaster" Target="slideMasters/slideMaster61.xml"/><Relationship Id="rId61" Type="http://schemas.openxmlformats.org/officeDocument/2006/relationships/slideMaster" Target="slideMasters/slideMaster60.xml"/><Relationship Id="rId60" Type="http://schemas.openxmlformats.org/officeDocument/2006/relationships/slideMaster" Target="slideMasters/slideMaster59.xml"/><Relationship Id="rId6" Type="http://schemas.openxmlformats.org/officeDocument/2006/relationships/slideMaster" Target="slideMasters/slideMaster5.xml"/><Relationship Id="rId59" Type="http://schemas.openxmlformats.org/officeDocument/2006/relationships/slideMaster" Target="slideMasters/slideMaster58.xml"/><Relationship Id="rId58" Type="http://schemas.openxmlformats.org/officeDocument/2006/relationships/slideMaster" Target="slideMasters/slideMaster57.xml"/><Relationship Id="rId57" Type="http://schemas.openxmlformats.org/officeDocument/2006/relationships/slideMaster" Target="slideMasters/slideMaster56.xml"/><Relationship Id="rId56" Type="http://schemas.openxmlformats.org/officeDocument/2006/relationships/slideMaster" Target="slideMasters/slideMaster55.xml"/><Relationship Id="rId55" Type="http://schemas.openxmlformats.org/officeDocument/2006/relationships/slideMaster" Target="slideMasters/slideMaster54.xml"/><Relationship Id="rId54" Type="http://schemas.openxmlformats.org/officeDocument/2006/relationships/slideMaster" Target="slideMasters/slideMaster53.xml"/><Relationship Id="rId53" Type="http://schemas.openxmlformats.org/officeDocument/2006/relationships/slideMaster" Target="slideMasters/slideMaster52.xml"/><Relationship Id="rId52" Type="http://schemas.openxmlformats.org/officeDocument/2006/relationships/slideMaster" Target="slideMasters/slideMaster51.xml"/><Relationship Id="rId51" Type="http://schemas.openxmlformats.org/officeDocument/2006/relationships/slideMaster" Target="slideMasters/slideMaster50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3" Type="http://schemas.openxmlformats.org/officeDocument/2006/relationships/tags" Target="tags/tag2.xml"/><Relationship Id="rId102" Type="http://schemas.openxmlformats.org/officeDocument/2006/relationships/commentAuthors" Target="commentAuthors.xml"/><Relationship Id="rId101" Type="http://schemas.openxmlformats.org/officeDocument/2006/relationships/tableStyles" Target="tableStyles.xml"/><Relationship Id="rId100" Type="http://schemas.openxmlformats.org/officeDocument/2006/relationships/viewProps" Target="viewProps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楷体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Char char="•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43037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1" tIns="45716" rIns="91431" bIns="45716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1338" y="0"/>
            <a:ext cx="4305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1" tIns="45716" rIns="91431" bIns="45716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203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03513" y="509588"/>
            <a:ext cx="4524375" cy="254635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72037" name="Rectangle 5"/>
          <p:cNvSpPr>
            <a:spLocks noGrp="1" noRot="1" noChangeAspect="1" noTextEdit="1"/>
          </p:cNvSpPr>
          <p:nvPr/>
        </p:nvSpPr>
        <p:spPr>
          <a:xfrm>
            <a:off x="992188" y="3225800"/>
            <a:ext cx="7943850" cy="3060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4775"/>
            <a:ext cx="43037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1" tIns="45716" rIns="91431" bIns="45716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1338" y="6454775"/>
            <a:ext cx="43053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1" tIns="45716" rIns="91431" bIns="45716" numCol="1" anchor="b" anchorCtr="0" compatLnSpc="1"/>
          <a:lstStyle/>
          <a:p>
            <a:pPr lvl="0" algn="r">
              <a:buChar char="•"/>
            </a:pPr>
            <a:fld id="{9A0DB2DC-4C9A-4742-B13C-FB6460FD3503}" type="slidenum">
              <a:rPr lang="zh-CN" altLang="en-US" b="0" dirty="0">
                <a:ea typeface="宋体" panose="02010600030101010101" pitchFamily="2" charset="-122"/>
              </a:rPr>
            </a:fld>
            <a:endParaRPr lang="zh-CN" altLang="en-US" sz="12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6.xml"/></Relationships>
</file>

<file path=ppt/slideLayouts/_rels/slideLayout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7.xml"/></Relationships>
</file>

<file path=ppt/slideLayouts/_rels/slideLayout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8.xml"/></Relationships>
</file>

<file path=ppt/slideLayouts/_rels/slideLayout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9.xml"/></Relationships>
</file>

<file path=ppt/slideLayouts/_rels/slideLayout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0.xml"/></Relationships>
</file>

<file path=ppt/slideLayouts/_rels/slideLayout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1.xml"/></Relationships>
</file>

<file path=ppt/slideLayouts/_rels/slideLayout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2.xml"/></Relationships>
</file>

<file path=ppt/slideLayouts/_rels/slideLayout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3.xml"/></Relationships>
</file>

<file path=ppt/slideLayouts/_rels/slideLayout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4.xml"/></Relationships>
</file>

<file path=ppt/slideLayouts/_rels/slideLayout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5.xml"/></Relationships>
</file>

<file path=ppt/slideLayouts/_rels/slideLayout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6.xml"/></Relationships>
</file>

<file path=ppt/slideLayouts/_rels/slideLayout9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172" tIns="45586" rIns="91172" bIns="45586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93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620" tIns="45307" rIns="90620" bIns="45307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08" tIns="45352" rIns="90708" bIns="4535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172" tIns="45586" rIns="91172" bIns="45586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93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172" tIns="45586" rIns="91172" bIns="45586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93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172" tIns="45586" rIns="91172" bIns="45586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93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172" tIns="45586" rIns="91172" bIns="45586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93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172" tIns="45586" rIns="91172" bIns="45586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93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172" tIns="45586" rIns="91172" bIns="45586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93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172" tIns="45586" rIns="91172" bIns="45586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93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172" tIns="45586" rIns="91172" bIns="45586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93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172" tIns="45586" rIns="91172" bIns="45586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93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172" tIns="45586" rIns="91172" bIns="45586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93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172" tIns="45586" rIns="91172" bIns="45586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93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620" tIns="45307" rIns="90620" bIns="45307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620" tIns="45307" rIns="90620" bIns="45307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620" tIns="45307" rIns="90620" bIns="45307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620" tIns="45307" rIns="90620" bIns="45307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620" tIns="45307" rIns="90620" bIns="45307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620" tIns="45307" rIns="90620" bIns="45307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620" tIns="45307" rIns="90620" bIns="45307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620" tIns="45307" rIns="90620" bIns="45307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620" tIns="45307" rIns="90620" bIns="45307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620" tIns="45307" rIns="90620" bIns="45307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620" tIns="45307" rIns="90620" bIns="45307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08" tIns="45352" rIns="90708" bIns="4535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08" tIns="45352" rIns="90708" bIns="4535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08" tIns="45352" rIns="90708" bIns="4535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08" tIns="45352" rIns="90708" bIns="4535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08" tIns="45352" rIns="90708" bIns="4535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08" tIns="45352" rIns="90708" bIns="4535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08" tIns="45352" rIns="90708" bIns="4535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08" tIns="45352" rIns="90708" bIns="4535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08" tIns="45352" rIns="90708" bIns="4535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08" tIns="45352" rIns="90708" bIns="4535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08" tIns="45352" rIns="90708" bIns="4535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29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9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0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0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0728" tIns="45362" rIns="90728" bIns="45362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0487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6534" y="1230313"/>
            <a:ext cx="5365751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5484" y="1230313"/>
            <a:ext cx="5365749" cy="4851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342" tIns="45671" rIns="91342" bIns="45671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12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8033" y="582613"/>
            <a:ext cx="2743200" cy="5499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84201" y="582613"/>
            <a:ext cx="8030633" cy="5499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>
              <a:buChar char="•"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37034" y="-783467"/>
            <a:ext cx="14571060" cy="6932870"/>
          </a:xfrm>
          <a:prstGeom prst="rect">
            <a:avLst/>
          </a:prstGeom>
        </p:spPr>
      </p:pic>
      <p:sp>
        <p:nvSpPr>
          <p:cNvPr id="8" name="矩形 3"/>
          <p:cNvSpPr/>
          <p:nvPr userDrawn="1"/>
        </p:nvSpPr>
        <p:spPr>
          <a:xfrm>
            <a:off x="2542" y="0"/>
            <a:ext cx="12189460" cy="762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5509109" y="214331"/>
            <a:ext cx="6383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*个股</a:t>
            </a:r>
            <a:r>
              <a: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基金信息仅作为示例，不构成任何投资建议。</a:t>
            </a:r>
            <a:endParaRPr kumimoji="1"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kumimoji="1"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市场有风险，投资需谨慎。</a:t>
            </a:r>
            <a:endParaRPr kumimoji="1"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任意形状 9"/>
          <p:cNvSpPr/>
          <p:nvPr userDrawn="1"/>
        </p:nvSpPr>
        <p:spPr>
          <a:xfrm>
            <a:off x="0" y="3362946"/>
            <a:ext cx="12192000" cy="3081647"/>
          </a:xfrm>
          <a:custGeom>
            <a:avLst/>
            <a:gdLst>
              <a:gd name="connsiteX0" fmla="*/ 0 w 12089080"/>
              <a:gd name="connsiteY0" fmla="*/ 4108862 h 4108862"/>
              <a:gd name="connsiteX1" fmla="*/ 1425039 w 12089080"/>
              <a:gd name="connsiteY1" fmla="*/ 3004457 h 4108862"/>
              <a:gd name="connsiteX2" fmla="*/ 2470068 w 12089080"/>
              <a:gd name="connsiteY2" fmla="*/ 3776353 h 4108862"/>
              <a:gd name="connsiteX3" fmla="*/ 4286992 w 12089080"/>
              <a:gd name="connsiteY3" fmla="*/ 2517569 h 4108862"/>
              <a:gd name="connsiteX4" fmla="*/ 6020790 w 12089080"/>
              <a:gd name="connsiteY4" fmla="*/ 3230088 h 4108862"/>
              <a:gd name="connsiteX5" fmla="*/ 8015844 w 12089080"/>
              <a:gd name="connsiteY5" fmla="*/ 2185059 h 4108862"/>
              <a:gd name="connsiteX6" fmla="*/ 8502732 w 12089080"/>
              <a:gd name="connsiteY6" fmla="*/ 3218213 h 4108862"/>
              <a:gd name="connsiteX7" fmla="*/ 10022774 w 12089080"/>
              <a:gd name="connsiteY7" fmla="*/ 1151906 h 4108862"/>
              <a:gd name="connsiteX8" fmla="*/ 10652166 w 12089080"/>
              <a:gd name="connsiteY8" fmla="*/ 1745672 h 4108862"/>
              <a:gd name="connsiteX9" fmla="*/ 12089080 w 12089080"/>
              <a:gd name="connsiteY9" fmla="*/ 0 h 4108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089080" h="4108862">
                <a:moveTo>
                  <a:pt x="0" y="4108862"/>
                </a:moveTo>
                <a:lnTo>
                  <a:pt x="1425039" y="3004457"/>
                </a:lnTo>
                <a:lnTo>
                  <a:pt x="2470068" y="3776353"/>
                </a:lnTo>
                <a:lnTo>
                  <a:pt x="4286992" y="2517569"/>
                </a:lnTo>
                <a:lnTo>
                  <a:pt x="6020790" y="3230088"/>
                </a:lnTo>
                <a:lnTo>
                  <a:pt x="8015844" y="2185059"/>
                </a:lnTo>
                <a:lnTo>
                  <a:pt x="8502732" y="3218213"/>
                </a:lnTo>
                <a:lnTo>
                  <a:pt x="10022774" y="1151906"/>
                </a:lnTo>
                <a:lnTo>
                  <a:pt x="10652166" y="1745672"/>
                </a:lnTo>
                <a:lnTo>
                  <a:pt x="12089080" y="0"/>
                </a:lnTo>
              </a:path>
            </a:pathLst>
          </a:custGeom>
          <a:noFill/>
          <a:ln w="19050">
            <a:solidFill>
              <a:srgbClr val="FB00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15"/>
          </a:p>
        </p:txBody>
      </p:sp>
      <p:sp>
        <p:nvSpPr>
          <p:cNvPr id="2" name="平行四边形 1"/>
          <p:cNvSpPr/>
          <p:nvPr userDrawn="1"/>
        </p:nvSpPr>
        <p:spPr>
          <a:xfrm>
            <a:off x="299151" y="287429"/>
            <a:ext cx="4689732" cy="438581"/>
          </a:xfrm>
          <a:prstGeom prst="parallelogram">
            <a:avLst/>
          </a:prstGeom>
          <a:solidFill>
            <a:srgbClr val="FB002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15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4" Type="http://schemas.openxmlformats.org/officeDocument/2006/relationships/theme" Target="../theme/theme3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4" Type="http://schemas.openxmlformats.org/officeDocument/2006/relationships/theme" Target="../theme/theme4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4" Type="http://schemas.openxmlformats.org/officeDocument/2006/relationships/theme" Target="../theme/theme5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4" Type="http://schemas.openxmlformats.org/officeDocument/2006/relationships/theme" Target="../theme/theme6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4" Type="http://schemas.openxmlformats.org/officeDocument/2006/relationships/theme" Target="../theme/theme7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3" Type="http://schemas.openxmlformats.org/officeDocument/2006/relationships/theme" Target="../theme/theme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4" Type="http://schemas.openxmlformats.org/officeDocument/2006/relationships/theme" Target="../theme/theme9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4" Type="http://schemas.openxmlformats.org/officeDocument/2006/relationships/theme" Target="../theme/theme10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4" Type="http://schemas.openxmlformats.org/officeDocument/2006/relationships/theme" Target="../theme/theme1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4" Type="http://schemas.openxmlformats.org/officeDocument/2006/relationships/theme" Target="../theme/theme12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4" Type="http://schemas.openxmlformats.org/officeDocument/2006/relationships/theme" Target="../theme/theme13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4" Type="http://schemas.openxmlformats.org/officeDocument/2006/relationships/theme" Target="../theme/theme14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4" Type="http://schemas.openxmlformats.org/officeDocument/2006/relationships/theme" Target="../theme/theme15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7.xml"/><Relationship Id="rId14" Type="http://schemas.openxmlformats.org/officeDocument/2006/relationships/theme" Target="../theme/theme16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4" Type="http://schemas.openxmlformats.org/officeDocument/2006/relationships/theme" Target="../theme/theme17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4" Type="http://schemas.openxmlformats.org/officeDocument/2006/relationships/theme" Target="../theme/theme18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4" Type="http://schemas.openxmlformats.org/officeDocument/2006/relationships/theme" Target="../theme/theme19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9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1.xml"/><Relationship Id="rId14" Type="http://schemas.openxmlformats.org/officeDocument/2006/relationships/theme" Target="../theme/theme20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2.xml"/><Relationship Id="rId14" Type="http://schemas.openxmlformats.org/officeDocument/2006/relationships/theme" Target="../theme/theme2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5.xml"/><Relationship Id="rId3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33.xml"/><Relationship Id="rId14" Type="http://schemas.openxmlformats.org/officeDocument/2006/relationships/theme" Target="../theme/theme22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32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48.xml"/><Relationship Id="rId5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6.xml"/><Relationship Id="rId3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44.xml"/><Relationship Id="rId14" Type="http://schemas.openxmlformats.org/officeDocument/2006/relationships/theme" Target="../theme/theme23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53.xml"/><Relationship Id="rId10" Type="http://schemas.openxmlformats.org/officeDocument/2006/relationships/slideLayout" Target="../slideLayouts/slideLayout252.xml"/><Relationship Id="rId1" Type="http://schemas.openxmlformats.org/officeDocument/2006/relationships/slideLayout" Target="../slideLayouts/slideLayout243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5.xml"/><Relationship Id="rId14" Type="http://schemas.openxmlformats.org/officeDocument/2006/relationships/theme" Target="../theme/theme24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3.xml"/><Relationship Id="rId1" Type="http://schemas.openxmlformats.org/officeDocument/2006/relationships/slideLayout" Target="../slideLayouts/slideLayout254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3.xml"/><Relationship Id="rId8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0.xml"/><Relationship Id="rId5" Type="http://schemas.openxmlformats.org/officeDocument/2006/relationships/slideLayout" Target="../slideLayouts/slideLayout269.xml"/><Relationship Id="rId4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67.xml"/><Relationship Id="rId2" Type="http://schemas.openxmlformats.org/officeDocument/2006/relationships/slideLayout" Target="../slideLayouts/slideLayout266.xml"/><Relationship Id="rId14" Type="http://schemas.openxmlformats.org/officeDocument/2006/relationships/theme" Target="../theme/theme25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75.xml"/><Relationship Id="rId10" Type="http://schemas.openxmlformats.org/officeDocument/2006/relationships/slideLayout" Target="../slideLayouts/slideLayout274.xml"/><Relationship Id="rId1" Type="http://schemas.openxmlformats.org/officeDocument/2006/relationships/slideLayout" Target="../slideLayouts/slideLayout265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4.xml"/><Relationship Id="rId8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2.xml"/><Relationship Id="rId6" Type="http://schemas.openxmlformats.org/officeDocument/2006/relationships/slideLayout" Target="../slideLayouts/slideLayout281.xml"/><Relationship Id="rId5" Type="http://schemas.openxmlformats.org/officeDocument/2006/relationships/slideLayout" Target="../slideLayouts/slideLayout280.xml"/><Relationship Id="rId4" Type="http://schemas.openxmlformats.org/officeDocument/2006/relationships/slideLayout" Target="../slideLayouts/slideLayout279.xml"/><Relationship Id="rId3" Type="http://schemas.openxmlformats.org/officeDocument/2006/relationships/slideLayout" Target="../slideLayouts/slideLayout278.xml"/><Relationship Id="rId2" Type="http://schemas.openxmlformats.org/officeDocument/2006/relationships/slideLayout" Target="../slideLayouts/slideLayout277.xml"/><Relationship Id="rId14" Type="http://schemas.openxmlformats.org/officeDocument/2006/relationships/theme" Target="../theme/theme26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86.xml"/><Relationship Id="rId10" Type="http://schemas.openxmlformats.org/officeDocument/2006/relationships/slideLayout" Target="../slideLayouts/slideLayout285.xml"/><Relationship Id="rId1" Type="http://schemas.openxmlformats.org/officeDocument/2006/relationships/slideLayout" Target="../slideLayouts/slideLayout276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5.xml"/><Relationship Id="rId8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3.xml"/><Relationship Id="rId6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88.xml"/><Relationship Id="rId14" Type="http://schemas.openxmlformats.org/officeDocument/2006/relationships/theme" Target="../theme/theme27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97.xml"/><Relationship Id="rId10" Type="http://schemas.openxmlformats.org/officeDocument/2006/relationships/slideLayout" Target="../slideLayouts/slideLayout296.xml"/><Relationship Id="rId1" Type="http://schemas.openxmlformats.org/officeDocument/2006/relationships/slideLayout" Target="../slideLayouts/slideLayout287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299.xml"/><Relationship Id="rId14" Type="http://schemas.openxmlformats.org/officeDocument/2006/relationships/theme" Target="../theme/theme28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08.xml"/><Relationship Id="rId10" Type="http://schemas.openxmlformats.org/officeDocument/2006/relationships/slideLayout" Target="../slideLayouts/slideLayout307.xml"/><Relationship Id="rId1" Type="http://schemas.openxmlformats.org/officeDocument/2006/relationships/slideLayout" Target="../slideLayouts/slideLayout298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7.xml"/><Relationship Id="rId8" Type="http://schemas.openxmlformats.org/officeDocument/2006/relationships/slideLayout" Target="../slideLayouts/slideLayout316.xml"/><Relationship Id="rId7" Type="http://schemas.openxmlformats.org/officeDocument/2006/relationships/slideLayout" Target="../slideLayouts/slideLayout315.xml"/><Relationship Id="rId6" Type="http://schemas.openxmlformats.org/officeDocument/2006/relationships/slideLayout" Target="../slideLayouts/slideLayout314.xml"/><Relationship Id="rId5" Type="http://schemas.openxmlformats.org/officeDocument/2006/relationships/slideLayout" Target="../slideLayouts/slideLayout313.xml"/><Relationship Id="rId4" Type="http://schemas.openxmlformats.org/officeDocument/2006/relationships/slideLayout" Target="../slideLayouts/slideLayout312.xml"/><Relationship Id="rId3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310.xml"/><Relationship Id="rId14" Type="http://schemas.openxmlformats.org/officeDocument/2006/relationships/theme" Target="../theme/theme29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19.xml"/><Relationship Id="rId10" Type="http://schemas.openxmlformats.org/officeDocument/2006/relationships/slideLayout" Target="../slideLayouts/slideLayout318.xml"/><Relationship Id="rId1" Type="http://schemas.openxmlformats.org/officeDocument/2006/relationships/slideLayout" Target="../slideLayouts/slideLayout309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8.xml"/><Relationship Id="rId8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26.xml"/><Relationship Id="rId6" Type="http://schemas.openxmlformats.org/officeDocument/2006/relationships/slideLayout" Target="../slideLayouts/slideLayout325.xml"/><Relationship Id="rId5" Type="http://schemas.openxmlformats.org/officeDocument/2006/relationships/slideLayout" Target="../slideLayouts/slideLayout324.xml"/><Relationship Id="rId4" Type="http://schemas.openxmlformats.org/officeDocument/2006/relationships/slideLayout" Target="../slideLayouts/slideLayout323.xml"/><Relationship Id="rId3" Type="http://schemas.openxmlformats.org/officeDocument/2006/relationships/slideLayout" Target="../slideLayouts/slideLayout322.xml"/><Relationship Id="rId2" Type="http://schemas.openxmlformats.org/officeDocument/2006/relationships/slideLayout" Target="../slideLayouts/slideLayout321.xml"/><Relationship Id="rId14" Type="http://schemas.openxmlformats.org/officeDocument/2006/relationships/theme" Target="../theme/theme30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0.xml"/><Relationship Id="rId10" Type="http://schemas.openxmlformats.org/officeDocument/2006/relationships/slideLayout" Target="../slideLayouts/slideLayout329.xml"/><Relationship Id="rId1" Type="http://schemas.openxmlformats.org/officeDocument/2006/relationships/slideLayout" Target="../slideLayouts/slideLayout320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9.xml"/><Relationship Id="rId8" Type="http://schemas.openxmlformats.org/officeDocument/2006/relationships/slideLayout" Target="../slideLayouts/slideLayout338.xml"/><Relationship Id="rId7" Type="http://schemas.openxmlformats.org/officeDocument/2006/relationships/slideLayout" Target="../slideLayouts/slideLayout337.xml"/><Relationship Id="rId6" Type="http://schemas.openxmlformats.org/officeDocument/2006/relationships/slideLayout" Target="../slideLayouts/slideLayout336.xml"/><Relationship Id="rId5" Type="http://schemas.openxmlformats.org/officeDocument/2006/relationships/slideLayout" Target="../slideLayouts/slideLayout335.xml"/><Relationship Id="rId4" Type="http://schemas.openxmlformats.org/officeDocument/2006/relationships/slideLayout" Target="../slideLayouts/slideLayout334.xml"/><Relationship Id="rId3" Type="http://schemas.openxmlformats.org/officeDocument/2006/relationships/slideLayout" Target="../slideLayouts/slideLayout333.xml"/><Relationship Id="rId2" Type="http://schemas.openxmlformats.org/officeDocument/2006/relationships/slideLayout" Target="../slideLayouts/slideLayout332.xml"/><Relationship Id="rId14" Type="http://schemas.openxmlformats.org/officeDocument/2006/relationships/theme" Target="../theme/theme3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41.xml"/><Relationship Id="rId10" Type="http://schemas.openxmlformats.org/officeDocument/2006/relationships/slideLayout" Target="../slideLayouts/slideLayout340.xml"/><Relationship Id="rId1" Type="http://schemas.openxmlformats.org/officeDocument/2006/relationships/slideLayout" Target="../slideLayouts/slideLayout33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0.xml"/><Relationship Id="rId8" Type="http://schemas.openxmlformats.org/officeDocument/2006/relationships/slideLayout" Target="../slideLayouts/slideLayout349.xml"/><Relationship Id="rId7" Type="http://schemas.openxmlformats.org/officeDocument/2006/relationships/slideLayout" Target="../slideLayouts/slideLayout348.xml"/><Relationship Id="rId6" Type="http://schemas.openxmlformats.org/officeDocument/2006/relationships/slideLayout" Target="../slideLayouts/slideLayout347.xml"/><Relationship Id="rId5" Type="http://schemas.openxmlformats.org/officeDocument/2006/relationships/slideLayout" Target="../slideLayouts/slideLayout346.xml"/><Relationship Id="rId4" Type="http://schemas.openxmlformats.org/officeDocument/2006/relationships/slideLayout" Target="../slideLayouts/slideLayout345.xml"/><Relationship Id="rId3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43.xml"/><Relationship Id="rId14" Type="http://schemas.openxmlformats.org/officeDocument/2006/relationships/theme" Target="../theme/theme32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52.xml"/><Relationship Id="rId10" Type="http://schemas.openxmlformats.org/officeDocument/2006/relationships/slideLayout" Target="../slideLayouts/slideLayout351.xml"/><Relationship Id="rId1" Type="http://schemas.openxmlformats.org/officeDocument/2006/relationships/slideLayout" Target="../slideLayouts/slideLayout342.xml"/></Relationships>
</file>

<file path=ppt/slideMasters/_rels/slideMaster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1.xml"/><Relationship Id="rId8" Type="http://schemas.openxmlformats.org/officeDocument/2006/relationships/slideLayout" Target="../slideLayouts/slideLayout360.xml"/><Relationship Id="rId7" Type="http://schemas.openxmlformats.org/officeDocument/2006/relationships/slideLayout" Target="../slideLayouts/slideLayout359.xml"/><Relationship Id="rId6" Type="http://schemas.openxmlformats.org/officeDocument/2006/relationships/slideLayout" Target="../slideLayouts/slideLayout358.xml"/><Relationship Id="rId5" Type="http://schemas.openxmlformats.org/officeDocument/2006/relationships/slideLayout" Target="../slideLayouts/slideLayout357.xml"/><Relationship Id="rId4" Type="http://schemas.openxmlformats.org/officeDocument/2006/relationships/slideLayout" Target="../slideLayouts/slideLayout356.xml"/><Relationship Id="rId3" Type="http://schemas.openxmlformats.org/officeDocument/2006/relationships/slideLayout" Target="../slideLayouts/slideLayout355.xml"/><Relationship Id="rId2" Type="http://schemas.openxmlformats.org/officeDocument/2006/relationships/slideLayout" Target="../slideLayouts/slideLayout354.xml"/><Relationship Id="rId14" Type="http://schemas.openxmlformats.org/officeDocument/2006/relationships/theme" Target="../theme/theme33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63.xml"/><Relationship Id="rId10" Type="http://schemas.openxmlformats.org/officeDocument/2006/relationships/slideLayout" Target="../slideLayouts/slideLayout362.xml"/><Relationship Id="rId1" Type="http://schemas.openxmlformats.org/officeDocument/2006/relationships/slideLayout" Target="../slideLayouts/slideLayout353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2.xml"/><Relationship Id="rId8" Type="http://schemas.openxmlformats.org/officeDocument/2006/relationships/slideLayout" Target="../slideLayouts/slideLayout371.xml"/><Relationship Id="rId7" Type="http://schemas.openxmlformats.org/officeDocument/2006/relationships/slideLayout" Target="../slideLayouts/slideLayout370.xml"/><Relationship Id="rId6" Type="http://schemas.openxmlformats.org/officeDocument/2006/relationships/slideLayout" Target="../slideLayouts/slideLayout369.xml"/><Relationship Id="rId5" Type="http://schemas.openxmlformats.org/officeDocument/2006/relationships/slideLayout" Target="../slideLayouts/slideLayout368.xml"/><Relationship Id="rId4" Type="http://schemas.openxmlformats.org/officeDocument/2006/relationships/slideLayout" Target="../slideLayouts/slideLayout367.xml"/><Relationship Id="rId3" Type="http://schemas.openxmlformats.org/officeDocument/2006/relationships/slideLayout" Target="../slideLayouts/slideLayout366.xml"/><Relationship Id="rId2" Type="http://schemas.openxmlformats.org/officeDocument/2006/relationships/slideLayout" Target="../slideLayouts/slideLayout365.xml"/><Relationship Id="rId14" Type="http://schemas.openxmlformats.org/officeDocument/2006/relationships/theme" Target="../theme/theme34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74.xml"/><Relationship Id="rId10" Type="http://schemas.openxmlformats.org/officeDocument/2006/relationships/slideLayout" Target="../slideLayouts/slideLayout373.xml"/><Relationship Id="rId1" Type="http://schemas.openxmlformats.org/officeDocument/2006/relationships/slideLayout" Target="../slideLayouts/slideLayout364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3.xml"/><Relationship Id="rId8" Type="http://schemas.openxmlformats.org/officeDocument/2006/relationships/slideLayout" Target="../slideLayouts/slideLayout382.xml"/><Relationship Id="rId7" Type="http://schemas.openxmlformats.org/officeDocument/2006/relationships/slideLayout" Target="../slideLayouts/slideLayout381.xml"/><Relationship Id="rId6" Type="http://schemas.openxmlformats.org/officeDocument/2006/relationships/slideLayout" Target="../slideLayouts/slideLayout380.xml"/><Relationship Id="rId5" Type="http://schemas.openxmlformats.org/officeDocument/2006/relationships/slideLayout" Target="../slideLayouts/slideLayout379.xml"/><Relationship Id="rId4" Type="http://schemas.openxmlformats.org/officeDocument/2006/relationships/slideLayout" Target="../slideLayouts/slideLayout378.xml"/><Relationship Id="rId3" Type="http://schemas.openxmlformats.org/officeDocument/2006/relationships/slideLayout" Target="../slideLayouts/slideLayout377.xml"/><Relationship Id="rId2" Type="http://schemas.openxmlformats.org/officeDocument/2006/relationships/slideLayout" Target="../slideLayouts/slideLayout376.xml"/><Relationship Id="rId14" Type="http://schemas.openxmlformats.org/officeDocument/2006/relationships/theme" Target="../theme/theme35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85.xml"/><Relationship Id="rId10" Type="http://schemas.openxmlformats.org/officeDocument/2006/relationships/slideLayout" Target="../slideLayouts/slideLayout384.xml"/><Relationship Id="rId1" Type="http://schemas.openxmlformats.org/officeDocument/2006/relationships/slideLayout" Target="../slideLayouts/slideLayout375.xml"/></Relationships>
</file>

<file path=ppt/slideMasters/_rels/slideMaster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4.xml"/><Relationship Id="rId8" Type="http://schemas.openxmlformats.org/officeDocument/2006/relationships/slideLayout" Target="../slideLayouts/slideLayout393.xml"/><Relationship Id="rId7" Type="http://schemas.openxmlformats.org/officeDocument/2006/relationships/slideLayout" Target="../slideLayouts/slideLayout392.xml"/><Relationship Id="rId6" Type="http://schemas.openxmlformats.org/officeDocument/2006/relationships/slideLayout" Target="../slideLayouts/slideLayout391.xml"/><Relationship Id="rId5" Type="http://schemas.openxmlformats.org/officeDocument/2006/relationships/slideLayout" Target="../slideLayouts/slideLayout390.xml"/><Relationship Id="rId4" Type="http://schemas.openxmlformats.org/officeDocument/2006/relationships/slideLayout" Target="../slideLayouts/slideLayout389.xml"/><Relationship Id="rId3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87.xml"/><Relationship Id="rId14" Type="http://schemas.openxmlformats.org/officeDocument/2006/relationships/theme" Target="../theme/theme36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96.xml"/><Relationship Id="rId10" Type="http://schemas.openxmlformats.org/officeDocument/2006/relationships/slideLayout" Target="../slideLayouts/slideLayout395.xml"/><Relationship Id="rId1" Type="http://schemas.openxmlformats.org/officeDocument/2006/relationships/slideLayout" Target="../slideLayouts/slideLayout386.xml"/></Relationships>
</file>

<file path=ppt/slideMasters/_rels/slideMaster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5.xml"/><Relationship Id="rId8" Type="http://schemas.openxmlformats.org/officeDocument/2006/relationships/slideLayout" Target="../slideLayouts/slideLayout404.xml"/><Relationship Id="rId7" Type="http://schemas.openxmlformats.org/officeDocument/2006/relationships/slideLayout" Target="../slideLayouts/slideLayout403.xml"/><Relationship Id="rId6" Type="http://schemas.openxmlformats.org/officeDocument/2006/relationships/slideLayout" Target="../slideLayouts/slideLayout402.xml"/><Relationship Id="rId5" Type="http://schemas.openxmlformats.org/officeDocument/2006/relationships/slideLayout" Target="../slideLayouts/slideLayout401.xml"/><Relationship Id="rId4" Type="http://schemas.openxmlformats.org/officeDocument/2006/relationships/slideLayout" Target="../slideLayouts/slideLayout400.xml"/><Relationship Id="rId3" Type="http://schemas.openxmlformats.org/officeDocument/2006/relationships/slideLayout" Target="../slideLayouts/slideLayout399.xml"/><Relationship Id="rId2" Type="http://schemas.openxmlformats.org/officeDocument/2006/relationships/slideLayout" Target="../slideLayouts/slideLayout398.xml"/><Relationship Id="rId14" Type="http://schemas.openxmlformats.org/officeDocument/2006/relationships/theme" Target="../theme/theme37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07.xml"/><Relationship Id="rId10" Type="http://schemas.openxmlformats.org/officeDocument/2006/relationships/slideLayout" Target="../slideLayouts/slideLayout406.xml"/><Relationship Id="rId1" Type="http://schemas.openxmlformats.org/officeDocument/2006/relationships/slideLayout" Target="../slideLayouts/slideLayout397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6.xml"/><Relationship Id="rId8" Type="http://schemas.openxmlformats.org/officeDocument/2006/relationships/slideLayout" Target="../slideLayouts/slideLayout415.xml"/><Relationship Id="rId7" Type="http://schemas.openxmlformats.org/officeDocument/2006/relationships/slideLayout" Target="../slideLayouts/slideLayout414.xml"/><Relationship Id="rId6" Type="http://schemas.openxmlformats.org/officeDocument/2006/relationships/slideLayout" Target="../slideLayouts/slideLayout413.xml"/><Relationship Id="rId5" Type="http://schemas.openxmlformats.org/officeDocument/2006/relationships/slideLayout" Target="../slideLayouts/slideLayout412.xml"/><Relationship Id="rId4" Type="http://schemas.openxmlformats.org/officeDocument/2006/relationships/slideLayout" Target="../slideLayouts/slideLayout411.xml"/><Relationship Id="rId3" Type="http://schemas.openxmlformats.org/officeDocument/2006/relationships/slideLayout" Target="../slideLayouts/slideLayout410.xml"/><Relationship Id="rId2" Type="http://schemas.openxmlformats.org/officeDocument/2006/relationships/slideLayout" Target="../slideLayouts/slideLayout409.xml"/><Relationship Id="rId14" Type="http://schemas.openxmlformats.org/officeDocument/2006/relationships/theme" Target="../theme/theme38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18.xml"/><Relationship Id="rId10" Type="http://schemas.openxmlformats.org/officeDocument/2006/relationships/slideLayout" Target="../slideLayouts/slideLayout417.xml"/><Relationship Id="rId1" Type="http://schemas.openxmlformats.org/officeDocument/2006/relationships/slideLayout" Target="../slideLayouts/slideLayout408.xml"/></Relationships>
</file>

<file path=ppt/slideMasters/_rels/slideMaster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7.xml"/><Relationship Id="rId8" Type="http://schemas.openxmlformats.org/officeDocument/2006/relationships/slideLayout" Target="../slideLayouts/slideLayout426.xml"/><Relationship Id="rId7" Type="http://schemas.openxmlformats.org/officeDocument/2006/relationships/slideLayout" Target="../slideLayouts/slideLayout425.xml"/><Relationship Id="rId6" Type="http://schemas.openxmlformats.org/officeDocument/2006/relationships/slideLayout" Target="../slideLayouts/slideLayout424.xml"/><Relationship Id="rId5" Type="http://schemas.openxmlformats.org/officeDocument/2006/relationships/slideLayout" Target="../slideLayouts/slideLayout423.xml"/><Relationship Id="rId4" Type="http://schemas.openxmlformats.org/officeDocument/2006/relationships/slideLayout" Target="../slideLayouts/slideLayout422.xml"/><Relationship Id="rId3" Type="http://schemas.openxmlformats.org/officeDocument/2006/relationships/slideLayout" Target="../slideLayouts/slideLayout421.xml"/><Relationship Id="rId2" Type="http://schemas.openxmlformats.org/officeDocument/2006/relationships/slideLayout" Target="../slideLayouts/slideLayout420.xml"/><Relationship Id="rId14" Type="http://schemas.openxmlformats.org/officeDocument/2006/relationships/theme" Target="../theme/theme39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29.xml"/><Relationship Id="rId10" Type="http://schemas.openxmlformats.org/officeDocument/2006/relationships/slideLayout" Target="../slideLayouts/slideLayout428.xml"/><Relationship Id="rId1" Type="http://schemas.openxmlformats.org/officeDocument/2006/relationships/slideLayout" Target="../slideLayouts/slideLayout419.xml"/></Relationships>
</file>

<file path=ppt/slideMasters/_rels/slideMaster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8.xml"/><Relationship Id="rId8" Type="http://schemas.openxmlformats.org/officeDocument/2006/relationships/slideLayout" Target="../slideLayouts/slideLayout437.xml"/><Relationship Id="rId7" Type="http://schemas.openxmlformats.org/officeDocument/2006/relationships/slideLayout" Target="../slideLayouts/slideLayout436.xml"/><Relationship Id="rId6" Type="http://schemas.openxmlformats.org/officeDocument/2006/relationships/slideLayout" Target="../slideLayouts/slideLayout435.xml"/><Relationship Id="rId5" Type="http://schemas.openxmlformats.org/officeDocument/2006/relationships/slideLayout" Target="../slideLayouts/slideLayout434.xml"/><Relationship Id="rId4" Type="http://schemas.openxmlformats.org/officeDocument/2006/relationships/slideLayout" Target="../slideLayouts/slideLayout433.xml"/><Relationship Id="rId3" Type="http://schemas.openxmlformats.org/officeDocument/2006/relationships/slideLayout" Target="../slideLayouts/slideLayout432.xml"/><Relationship Id="rId2" Type="http://schemas.openxmlformats.org/officeDocument/2006/relationships/slideLayout" Target="../slideLayouts/slideLayout431.xml"/><Relationship Id="rId14" Type="http://schemas.openxmlformats.org/officeDocument/2006/relationships/theme" Target="../theme/theme40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0.xml"/><Relationship Id="rId10" Type="http://schemas.openxmlformats.org/officeDocument/2006/relationships/slideLayout" Target="../slideLayouts/slideLayout439.xml"/><Relationship Id="rId1" Type="http://schemas.openxmlformats.org/officeDocument/2006/relationships/slideLayout" Target="../slideLayouts/slideLayout430.xml"/></Relationships>
</file>

<file path=ppt/slideMasters/_rels/slideMaster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9.xml"/><Relationship Id="rId8" Type="http://schemas.openxmlformats.org/officeDocument/2006/relationships/slideLayout" Target="../slideLayouts/slideLayout448.xml"/><Relationship Id="rId7" Type="http://schemas.openxmlformats.org/officeDocument/2006/relationships/slideLayout" Target="../slideLayouts/slideLayout447.xml"/><Relationship Id="rId6" Type="http://schemas.openxmlformats.org/officeDocument/2006/relationships/slideLayout" Target="../slideLayouts/slideLayout446.xml"/><Relationship Id="rId5" Type="http://schemas.openxmlformats.org/officeDocument/2006/relationships/slideLayout" Target="../slideLayouts/slideLayout445.xml"/><Relationship Id="rId4" Type="http://schemas.openxmlformats.org/officeDocument/2006/relationships/slideLayout" Target="../slideLayouts/slideLayout444.xml"/><Relationship Id="rId3" Type="http://schemas.openxmlformats.org/officeDocument/2006/relationships/slideLayout" Target="../slideLayouts/slideLayout443.xml"/><Relationship Id="rId2" Type="http://schemas.openxmlformats.org/officeDocument/2006/relationships/slideLayout" Target="../slideLayouts/slideLayout442.xml"/><Relationship Id="rId14" Type="http://schemas.openxmlformats.org/officeDocument/2006/relationships/theme" Target="../theme/theme4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51.xml"/><Relationship Id="rId10" Type="http://schemas.openxmlformats.org/officeDocument/2006/relationships/slideLayout" Target="../slideLayouts/slideLayout450.xml"/><Relationship Id="rId1" Type="http://schemas.openxmlformats.org/officeDocument/2006/relationships/slideLayout" Target="../slideLayouts/slideLayout441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0.xml"/><Relationship Id="rId8" Type="http://schemas.openxmlformats.org/officeDocument/2006/relationships/slideLayout" Target="../slideLayouts/slideLayout459.xml"/><Relationship Id="rId7" Type="http://schemas.openxmlformats.org/officeDocument/2006/relationships/slideLayout" Target="../slideLayouts/slideLayout458.xml"/><Relationship Id="rId6" Type="http://schemas.openxmlformats.org/officeDocument/2006/relationships/slideLayout" Target="../slideLayouts/slideLayout457.xml"/><Relationship Id="rId5" Type="http://schemas.openxmlformats.org/officeDocument/2006/relationships/slideLayout" Target="../slideLayouts/slideLayout456.xml"/><Relationship Id="rId4" Type="http://schemas.openxmlformats.org/officeDocument/2006/relationships/slideLayout" Target="../slideLayouts/slideLayout455.xml"/><Relationship Id="rId3" Type="http://schemas.openxmlformats.org/officeDocument/2006/relationships/slideLayout" Target="../slideLayouts/slideLayout454.xml"/><Relationship Id="rId2" Type="http://schemas.openxmlformats.org/officeDocument/2006/relationships/slideLayout" Target="../slideLayouts/slideLayout453.xml"/><Relationship Id="rId14" Type="http://schemas.openxmlformats.org/officeDocument/2006/relationships/theme" Target="../theme/theme42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62.xml"/><Relationship Id="rId10" Type="http://schemas.openxmlformats.org/officeDocument/2006/relationships/slideLayout" Target="../slideLayouts/slideLayout461.xml"/><Relationship Id="rId1" Type="http://schemas.openxmlformats.org/officeDocument/2006/relationships/slideLayout" Target="../slideLayouts/slideLayout452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1.xml"/><Relationship Id="rId8" Type="http://schemas.openxmlformats.org/officeDocument/2006/relationships/slideLayout" Target="../slideLayouts/slideLayout470.xml"/><Relationship Id="rId7" Type="http://schemas.openxmlformats.org/officeDocument/2006/relationships/slideLayout" Target="../slideLayouts/slideLayout469.xml"/><Relationship Id="rId6" Type="http://schemas.openxmlformats.org/officeDocument/2006/relationships/slideLayout" Target="../slideLayouts/slideLayout468.xml"/><Relationship Id="rId5" Type="http://schemas.openxmlformats.org/officeDocument/2006/relationships/slideLayout" Target="../slideLayouts/slideLayout467.xml"/><Relationship Id="rId4" Type="http://schemas.openxmlformats.org/officeDocument/2006/relationships/slideLayout" Target="../slideLayouts/slideLayout466.xml"/><Relationship Id="rId3" Type="http://schemas.openxmlformats.org/officeDocument/2006/relationships/slideLayout" Target="../slideLayouts/slideLayout465.xml"/><Relationship Id="rId2" Type="http://schemas.openxmlformats.org/officeDocument/2006/relationships/slideLayout" Target="../slideLayouts/slideLayout464.xml"/><Relationship Id="rId14" Type="http://schemas.openxmlformats.org/officeDocument/2006/relationships/theme" Target="../theme/theme43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73.xml"/><Relationship Id="rId10" Type="http://schemas.openxmlformats.org/officeDocument/2006/relationships/slideLayout" Target="../slideLayouts/slideLayout472.xml"/><Relationship Id="rId1" Type="http://schemas.openxmlformats.org/officeDocument/2006/relationships/slideLayout" Target="../slideLayouts/slideLayout463.xml"/></Relationships>
</file>

<file path=ppt/slideMasters/_rels/slideMaster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2.xml"/><Relationship Id="rId8" Type="http://schemas.openxmlformats.org/officeDocument/2006/relationships/slideLayout" Target="../slideLayouts/slideLayout481.xml"/><Relationship Id="rId7" Type="http://schemas.openxmlformats.org/officeDocument/2006/relationships/slideLayout" Target="../slideLayouts/slideLayout480.xml"/><Relationship Id="rId6" Type="http://schemas.openxmlformats.org/officeDocument/2006/relationships/slideLayout" Target="../slideLayouts/slideLayout479.xml"/><Relationship Id="rId5" Type="http://schemas.openxmlformats.org/officeDocument/2006/relationships/slideLayout" Target="../slideLayouts/slideLayout478.xml"/><Relationship Id="rId4" Type="http://schemas.openxmlformats.org/officeDocument/2006/relationships/slideLayout" Target="../slideLayouts/slideLayout477.xml"/><Relationship Id="rId3" Type="http://schemas.openxmlformats.org/officeDocument/2006/relationships/slideLayout" Target="../slideLayouts/slideLayout476.xml"/><Relationship Id="rId2" Type="http://schemas.openxmlformats.org/officeDocument/2006/relationships/slideLayout" Target="../slideLayouts/slideLayout475.xml"/><Relationship Id="rId14" Type="http://schemas.openxmlformats.org/officeDocument/2006/relationships/theme" Target="../theme/theme44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84.xml"/><Relationship Id="rId10" Type="http://schemas.openxmlformats.org/officeDocument/2006/relationships/slideLayout" Target="../slideLayouts/slideLayout483.xml"/><Relationship Id="rId1" Type="http://schemas.openxmlformats.org/officeDocument/2006/relationships/slideLayout" Target="../slideLayouts/slideLayout474.xml"/></Relationships>
</file>

<file path=ppt/slideMasters/_rels/slideMaster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3.xml"/><Relationship Id="rId8" Type="http://schemas.openxmlformats.org/officeDocument/2006/relationships/slideLayout" Target="../slideLayouts/slideLayout492.xml"/><Relationship Id="rId7" Type="http://schemas.openxmlformats.org/officeDocument/2006/relationships/slideLayout" Target="../slideLayouts/slideLayout491.xml"/><Relationship Id="rId6" Type="http://schemas.openxmlformats.org/officeDocument/2006/relationships/slideLayout" Target="../slideLayouts/slideLayout490.xml"/><Relationship Id="rId5" Type="http://schemas.openxmlformats.org/officeDocument/2006/relationships/slideLayout" Target="../slideLayouts/slideLayout489.xml"/><Relationship Id="rId4" Type="http://schemas.openxmlformats.org/officeDocument/2006/relationships/slideLayout" Target="../slideLayouts/slideLayout488.xml"/><Relationship Id="rId3" Type="http://schemas.openxmlformats.org/officeDocument/2006/relationships/slideLayout" Target="../slideLayouts/slideLayout487.xml"/><Relationship Id="rId2" Type="http://schemas.openxmlformats.org/officeDocument/2006/relationships/slideLayout" Target="../slideLayouts/slideLayout486.xml"/><Relationship Id="rId14" Type="http://schemas.openxmlformats.org/officeDocument/2006/relationships/theme" Target="../theme/theme45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95.xml"/><Relationship Id="rId10" Type="http://schemas.openxmlformats.org/officeDocument/2006/relationships/slideLayout" Target="../slideLayouts/slideLayout494.xml"/><Relationship Id="rId1" Type="http://schemas.openxmlformats.org/officeDocument/2006/relationships/slideLayout" Target="../slideLayouts/slideLayout485.xml"/></Relationships>
</file>

<file path=ppt/slideMasters/_rels/slideMaster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04.xml"/><Relationship Id="rId8" Type="http://schemas.openxmlformats.org/officeDocument/2006/relationships/slideLayout" Target="../slideLayouts/slideLayout503.xml"/><Relationship Id="rId7" Type="http://schemas.openxmlformats.org/officeDocument/2006/relationships/slideLayout" Target="../slideLayouts/slideLayout502.xml"/><Relationship Id="rId6" Type="http://schemas.openxmlformats.org/officeDocument/2006/relationships/slideLayout" Target="../slideLayouts/slideLayout501.xml"/><Relationship Id="rId5" Type="http://schemas.openxmlformats.org/officeDocument/2006/relationships/slideLayout" Target="../slideLayouts/slideLayout500.xml"/><Relationship Id="rId4" Type="http://schemas.openxmlformats.org/officeDocument/2006/relationships/slideLayout" Target="../slideLayouts/slideLayout499.xml"/><Relationship Id="rId3" Type="http://schemas.openxmlformats.org/officeDocument/2006/relationships/slideLayout" Target="../slideLayouts/slideLayout498.xml"/><Relationship Id="rId2" Type="http://schemas.openxmlformats.org/officeDocument/2006/relationships/slideLayout" Target="../slideLayouts/slideLayout497.xml"/><Relationship Id="rId14" Type="http://schemas.openxmlformats.org/officeDocument/2006/relationships/theme" Target="../theme/theme46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06.xml"/><Relationship Id="rId10" Type="http://schemas.openxmlformats.org/officeDocument/2006/relationships/slideLayout" Target="../slideLayouts/slideLayout505.xml"/><Relationship Id="rId1" Type="http://schemas.openxmlformats.org/officeDocument/2006/relationships/slideLayout" Target="../slideLayouts/slideLayout496.xml"/></Relationships>
</file>

<file path=ppt/slideMasters/_rels/slideMaster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5.xml"/><Relationship Id="rId8" Type="http://schemas.openxmlformats.org/officeDocument/2006/relationships/slideLayout" Target="../slideLayouts/slideLayout514.xml"/><Relationship Id="rId7" Type="http://schemas.openxmlformats.org/officeDocument/2006/relationships/slideLayout" Target="../slideLayouts/slideLayout513.xml"/><Relationship Id="rId6" Type="http://schemas.openxmlformats.org/officeDocument/2006/relationships/slideLayout" Target="../slideLayouts/slideLayout512.xml"/><Relationship Id="rId5" Type="http://schemas.openxmlformats.org/officeDocument/2006/relationships/slideLayout" Target="../slideLayouts/slideLayout511.xml"/><Relationship Id="rId4" Type="http://schemas.openxmlformats.org/officeDocument/2006/relationships/slideLayout" Target="../slideLayouts/slideLayout510.xml"/><Relationship Id="rId3" Type="http://schemas.openxmlformats.org/officeDocument/2006/relationships/slideLayout" Target="../slideLayouts/slideLayout509.xml"/><Relationship Id="rId2" Type="http://schemas.openxmlformats.org/officeDocument/2006/relationships/slideLayout" Target="../slideLayouts/slideLayout508.xml"/><Relationship Id="rId14" Type="http://schemas.openxmlformats.org/officeDocument/2006/relationships/theme" Target="../theme/theme47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17.xml"/><Relationship Id="rId10" Type="http://schemas.openxmlformats.org/officeDocument/2006/relationships/slideLayout" Target="../slideLayouts/slideLayout516.xml"/><Relationship Id="rId1" Type="http://schemas.openxmlformats.org/officeDocument/2006/relationships/slideLayout" Target="../slideLayouts/slideLayout507.xml"/></Relationships>
</file>

<file path=ppt/slideMasters/_rels/slideMaster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26.xml"/><Relationship Id="rId8" Type="http://schemas.openxmlformats.org/officeDocument/2006/relationships/slideLayout" Target="../slideLayouts/slideLayout525.xml"/><Relationship Id="rId7" Type="http://schemas.openxmlformats.org/officeDocument/2006/relationships/slideLayout" Target="../slideLayouts/slideLayout524.xml"/><Relationship Id="rId6" Type="http://schemas.openxmlformats.org/officeDocument/2006/relationships/slideLayout" Target="../slideLayouts/slideLayout523.xml"/><Relationship Id="rId5" Type="http://schemas.openxmlformats.org/officeDocument/2006/relationships/slideLayout" Target="../slideLayouts/slideLayout522.xml"/><Relationship Id="rId4" Type="http://schemas.openxmlformats.org/officeDocument/2006/relationships/slideLayout" Target="../slideLayouts/slideLayout521.xml"/><Relationship Id="rId3" Type="http://schemas.openxmlformats.org/officeDocument/2006/relationships/slideLayout" Target="../slideLayouts/slideLayout520.xml"/><Relationship Id="rId2" Type="http://schemas.openxmlformats.org/officeDocument/2006/relationships/slideLayout" Target="../slideLayouts/slideLayout519.xml"/><Relationship Id="rId14" Type="http://schemas.openxmlformats.org/officeDocument/2006/relationships/theme" Target="../theme/theme48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28.xml"/><Relationship Id="rId10" Type="http://schemas.openxmlformats.org/officeDocument/2006/relationships/slideLayout" Target="../slideLayouts/slideLayout527.xml"/><Relationship Id="rId1" Type="http://schemas.openxmlformats.org/officeDocument/2006/relationships/slideLayout" Target="../slideLayouts/slideLayout518.xml"/></Relationships>
</file>

<file path=ppt/slideMasters/_rels/slideMaster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7.xml"/><Relationship Id="rId8" Type="http://schemas.openxmlformats.org/officeDocument/2006/relationships/slideLayout" Target="../slideLayouts/slideLayout536.xml"/><Relationship Id="rId7" Type="http://schemas.openxmlformats.org/officeDocument/2006/relationships/slideLayout" Target="../slideLayouts/slideLayout535.xml"/><Relationship Id="rId6" Type="http://schemas.openxmlformats.org/officeDocument/2006/relationships/slideLayout" Target="../slideLayouts/slideLayout534.xml"/><Relationship Id="rId5" Type="http://schemas.openxmlformats.org/officeDocument/2006/relationships/slideLayout" Target="../slideLayouts/slideLayout533.xml"/><Relationship Id="rId4" Type="http://schemas.openxmlformats.org/officeDocument/2006/relationships/slideLayout" Target="../slideLayouts/slideLayout532.xml"/><Relationship Id="rId3" Type="http://schemas.openxmlformats.org/officeDocument/2006/relationships/slideLayout" Target="../slideLayouts/slideLayout531.xml"/><Relationship Id="rId2" Type="http://schemas.openxmlformats.org/officeDocument/2006/relationships/slideLayout" Target="../slideLayouts/slideLayout530.xml"/><Relationship Id="rId14" Type="http://schemas.openxmlformats.org/officeDocument/2006/relationships/theme" Target="../theme/theme49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39.xml"/><Relationship Id="rId10" Type="http://schemas.openxmlformats.org/officeDocument/2006/relationships/slideLayout" Target="../slideLayouts/slideLayout538.xml"/><Relationship Id="rId1" Type="http://schemas.openxmlformats.org/officeDocument/2006/relationships/slideLayout" Target="../slideLayouts/slideLayout529.xml"/></Relationships>
</file>

<file path=ppt/slideMasters/_rels/slideMaster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8.xml"/><Relationship Id="rId8" Type="http://schemas.openxmlformats.org/officeDocument/2006/relationships/slideLayout" Target="../slideLayouts/slideLayout547.xml"/><Relationship Id="rId7" Type="http://schemas.openxmlformats.org/officeDocument/2006/relationships/slideLayout" Target="../slideLayouts/slideLayout546.xml"/><Relationship Id="rId6" Type="http://schemas.openxmlformats.org/officeDocument/2006/relationships/slideLayout" Target="../slideLayouts/slideLayout545.xml"/><Relationship Id="rId5" Type="http://schemas.openxmlformats.org/officeDocument/2006/relationships/slideLayout" Target="../slideLayouts/slideLayout544.xml"/><Relationship Id="rId4" Type="http://schemas.openxmlformats.org/officeDocument/2006/relationships/slideLayout" Target="../slideLayouts/slideLayout543.xml"/><Relationship Id="rId3" Type="http://schemas.openxmlformats.org/officeDocument/2006/relationships/slideLayout" Target="../slideLayouts/slideLayout542.xml"/><Relationship Id="rId2" Type="http://schemas.openxmlformats.org/officeDocument/2006/relationships/slideLayout" Target="../slideLayouts/slideLayout541.xml"/><Relationship Id="rId14" Type="http://schemas.openxmlformats.org/officeDocument/2006/relationships/theme" Target="../theme/theme50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50.xml"/><Relationship Id="rId10" Type="http://schemas.openxmlformats.org/officeDocument/2006/relationships/slideLayout" Target="../slideLayouts/slideLayout549.xml"/><Relationship Id="rId1" Type="http://schemas.openxmlformats.org/officeDocument/2006/relationships/slideLayout" Target="../slideLayouts/slideLayout540.xml"/></Relationships>
</file>

<file path=ppt/slideMasters/_rels/slideMaster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59.xml"/><Relationship Id="rId8" Type="http://schemas.openxmlformats.org/officeDocument/2006/relationships/slideLayout" Target="../slideLayouts/slideLayout558.xml"/><Relationship Id="rId7" Type="http://schemas.openxmlformats.org/officeDocument/2006/relationships/slideLayout" Target="../slideLayouts/slideLayout557.xml"/><Relationship Id="rId6" Type="http://schemas.openxmlformats.org/officeDocument/2006/relationships/slideLayout" Target="../slideLayouts/slideLayout556.xml"/><Relationship Id="rId5" Type="http://schemas.openxmlformats.org/officeDocument/2006/relationships/slideLayout" Target="../slideLayouts/slideLayout555.xml"/><Relationship Id="rId4" Type="http://schemas.openxmlformats.org/officeDocument/2006/relationships/slideLayout" Target="../slideLayouts/slideLayout554.xml"/><Relationship Id="rId3" Type="http://schemas.openxmlformats.org/officeDocument/2006/relationships/slideLayout" Target="../slideLayouts/slideLayout553.xml"/><Relationship Id="rId2" Type="http://schemas.openxmlformats.org/officeDocument/2006/relationships/slideLayout" Target="../slideLayouts/slideLayout552.xml"/><Relationship Id="rId14" Type="http://schemas.openxmlformats.org/officeDocument/2006/relationships/theme" Target="../theme/theme5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61.xml"/><Relationship Id="rId10" Type="http://schemas.openxmlformats.org/officeDocument/2006/relationships/slideLayout" Target="../slideLayouts/slideLayout560.xml"/><Relationship Id="rId1" Type="http://schemas.openxmlformats.org/officeDocument/2006/relationships/slideLayout" Target="../slideLayouts/slideLayout551.xml"/></Relationships>
</file>

<file path=ppt/slideMasters/_rels/slideMaster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0.xml"/><Relationship Id="rId8" Type="http://schemas.openxmlformats.org/officeDocument/2006/relationships/slideLayout" Target="../slideLayouts/slideLayout569.xml"/><Relationship Id="rId7" Type="http://schemas.openxmlformats.org/officeDocument/2006/relationships/slideLayout" Target="../slideLayouts/slideLayout568.xml"/><Relationship Id="rId6" Type="http://schemas.openxmlformats.org/officeDocument/2006/relationships/slideLayout" Target="../slideLayouts/slideLayout567.xml"/><Relationship Id="rId5" Type="http://schemas.openxmlformats.org/officeDocument/2006/relationships/slideLayout" Target="../slideLayouts/slideLayout566.xml"/><Relationship Id="rId4" Type="http://schemas.openxmlformats.org/officeDocument/2006/relationships/slideLayout" Target="../slideLayouts/slideLayout565.xml"/><Relationship Id="rId3" Type="http://schemas.openxmlformats.org/officeDocument/2006/relationships/slideLayout" Target="../slideLayouts/slideLayout564.xml"/><Relationship Id="rId2" Type="http://schemas.openxmlformats.org/officeDocument/2006/relationships/slideLayout" Target="../slideLayouts/slideLayout563.xml"/><Relationship Id="rId14" Type="http://schemas.openxmlformats.org/officeDocument/2006/relationships/theme" Target="../theme/theme52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72.xml"/><Relationship Id="rId10" Type="http://schemas.openxmlformats.org/officeDocument/2006/relationships/slideLayout" Target="../slideLayouts/slideLayout571.xml"/><Relationship Id="rId1" Type="http://schemas.openxmlformats.org/officeDocument/2006/relationships/slideLayout" Target="../slideLayouts/slideLayout562.xml"/></Relationships>
</file>

<file path=ppt/slideMasters/_rels/slideMaster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81.xml"/><Relationship Id="rId8" Type="http://schemas.openxmlformats.org/officeDocument/2006/relationships/slideLayout" Target="../slideLayouts/slideLayout580.xml"/><Relationship Id="rId7" Type="http://schemas.openxmlformats.org/officeDocument/2006/relationships/slideLayout" Target="../slideLayouts/slideLayout579.xml"/><Relationship Id="rId6" Type="http://schemas.openxmlformats.org/officeDocument/2006/relationships/slideLayout" Target="../slideLayouts/slideLayout578.xml"/><Relationship Id="rId5" Type="http://schemas.openxmlformats.org/officeDocument/2006/relationships/slideLayout" Target="../slideLayouts/slideLayout577.xml"/><Relationship Id="rId4" Type="http://schemas.openxmlformats.org/officeDocument/2006/relationships/slideLayout" Target="../slideLayouts/slideLayout576.xml"/><Relationship Id="rId3" Type="http://schemas.openxmlformats.org/officeDocument/2006/relationships/slideLayout" Target="../slideLayouts/slideLayout575.xml"/><Relationship Id="rId2" Type="http://schemas.openxmlformats.org/officeDocument/2006/relationships/slideLayout" Target="../slideLayouts/slideLayout574.xml"/><Relationship Id="rId14" Type="http://schemas.openxmlformats.org/officeDocument/2006/relationships/theme" Target="../theme/theme53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83.xml"/><Relationship Id="rId10" Type="http://schemas.openxmlformats.org/officeDocument/2006/relationships/slideLayout" Target="../slideLayouts/slideLayout582.xml"/><Relationship Id="rId1" Type="http://schemas.openxmlformats.org/officeDocument/2006/relationships/slideLayout" Target="../slideLayouts/slideLayout573.xml"/></Relationships>
</file>

<file path=ppt/slideMasters/_rels/slideMaster5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2.xml"/><Relationship Id="rId8" Type="http://schemas.openxmlformats.org/officeDocument/2006/relationships/slideLayout" Target="../slideLayouts/slideLayout591.xml"/><Relationship Id="rId7" Type="http://schemas.openxmlformats.org/officeDocument/2006/relationships/slideLayout" Target="../slideLayouts/slideLayout590.xml"/><Relationship Id="rId6" Type="http://schemas.openxmlformats.org/officeDocument/2006/relationships/slideLayout" Target="../slideLayouts/slideLayout589.xml"/><Relationship Id="rId5" Type="http://schemas.openxmlformats.org/officeDocument/2006/relationships/slideLayout" Target="../slideLayouts/slideLayout588.xml"/><Relationship Id="rId4" Type="http://schemas.openxmlformats.org/officeDocument/2006/relationships/slideLayout" Target="../slideLayouts/slideLayout587.xml"/><Relationship Id="rId3" Type="http://schemas.openxmlformats.org/officeDocument/2006/relationships/slideLayout" Target="../slideLayouts/slideLayout586.xml"/><Relationship Id="rId2" Type="http://schemas.openxmlformats.org/officeDocument/2006/relationships/slideLayout" Target="../slideLayouts/slideLayout585.xml"/><Relationship Id="rId14" Type="http://schemas.openxmlformats.org/officeDocument/2006/relationships/theme" Target="../theme/theme54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94.xml"/><Relationship Id="rId10" Type="http://schemas.openxmlformats.org/officeDocument/2006/relationships/slideLayout" Target="../slideLayouts/slideLayout593.xml"/><Relationship Id="rId1" Type="http://schemas.openxmlformats.org/officeDocument/2006/relationships/slideLayout" Target="../slideLayouts/slideLayout584.xml"/></Relationships>
</file>

<file path=ppt/slideMasters/_rels/slideMaster5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03.xml"/><Relationship Id="rId8" Type="http://schemas.openxmlformats.org/officeDocument/2006/relationships/slideLayout" Target="../slideLayouts/slideLayout602.xml"/><Relationship Id="rId7" Type="http://schemas.openxmlformats.org/officeDocument/2006/relationships/slideLayout" Target="../slideLayouts/slideLayout601.xml"/><Relationship Id="rId6" Type="http://schemas.openxmlformats.org/officeDocument/2006/relationships/slideLayout" Target="../slideLayouts/slideLayout600.xml"/><Relationship Id="rId5" Type="http://schemas.openxmlformats.org/officeDocument/2006/relationships/slideLayout" Target="../slideLayouts/slideLayout599.xml"/><Relationship Id="rId4" Type="http://schemas.openxmlformats.org/officeDocument/2006/relationships/slideLayout" Target="../slideLayouts/slideLayout598.xml"/><Relationship Id="rId3" Type="http://schemas.openxmlformats.org/officeDocument/2006/relationships/slideLayout" Target="../slideLayouts/slideLayout597.xml"/><Relationship Id="rId2" Type="http://schemas.openxmlformats.org/officeDocument/2006/relationships/slideLayout" Target="../slideLayouts/slideLayout596.xml"/><Relationship Id="rId14" Type="http://schemas.openxmlformats.org/officeDocument/2006/relationships/theme" Target="../theme/theme55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05.xml"/><Relationship Id="rId10" Type="http://schemas.openxmlformats.org/officeDocument/2006/relationships/slideLayout" Target="../slideLayouts/slideLayout604.xml"/><Relationship Id="rId1" Type="http://schemas.openxmlformats.org/officeDocument/2006/relationships/slideLayout" Target="../slideLayouts/slideLayout595.xml"/></Relationships>
</file>

<file path=ppt/slideMasters/_rels/slideMaster5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4.xml"/><Relationship Id="rId8" Type="http://schemas.openxmlformats.org/officeDocument/2006/relationships/slideLayout" Target="../slideLayouts/slideLayout613.xml"/><Relationship Id="rId7" Type="http://schemas.openxmlformats.org/officeDocument/2006/relationships/slideLayout" Target="../slideLayouts/slideLayout612.xml"/><Relationship Id="rId6" Type="http://schemas.openxmlformats.org/officeDocument/2006/relationships/slideLayout" Target="../slideLayouts/slideLayout611.xml"/><Relationship Id="rId5" Type="http://schemas.openxmlformats.org/officeDocument/2006/relationships/slideLayout" Target="../slideLayouts/slideLayout610.xml"/><Relationship Id="rId4" Type="http://schemas.openxmlformats.org/officeDocument/2006/relationships/slideLayout" Target="../slideLayouts/slideLayout609.xml"/><Relationship Id="rId3" Type="http://schemas.openxmlformats.org/officeDocument/2006/relationships/slideLayout" Target="../slideLayouts/slideLayout608.xml"/><Relationship Id="rId2" Type="http://schemas.openxmlformats.org/officeDocument/2006/relationships/slideLayout" Target="../slideLayouts/slideLayout607.xml"/><Relationship Id="rId14" Type="http://schemas.openxmlformats.org/officeDocument/2006/relationships/theme" Target="../theme/theme56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16.xml"/><Relationship Id="rId10" Type="http://schemas.openxmlformats.org/officeDocument/2006/relationships/slideLayout" Target="../slideLayouts/slideLayout615.xml"/><Relationship Id="rId1" Type="http://schemas.openxmlformats.org/officeDocument/2006/relationships/slideLayout" Target="../slideLayouts/slideLayout606.xml"/></Relationships>
</file>

<file path=ppt/slideMasters/_rels/slideMaster5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25.xml"/><Relationship Id="rId8" Type="http://schemas.openxmlformats.org/officeDocument/2006/relationships/slideLayout" Target="../slideLayouts/slideLayout624.xml"/><Relationship Id="rId7" Type="http://schemas.openxmlformats.org/officeDocument/2006/relationships/slideLayout" Target="../slideLayouts/slideLayout623.xml"/><Relationship Id="rId6" Type="http://schemas.openxmlformats.org/officeDocument/2006/relationships/slideLayout" Target="../slideLayouts/slideLayout622.xml"/><Relationship Id="rId5" Type="http://schemas.openxmlformats.org/officeDocument/2006/relationships/slideLayout" Target="../slideLayouts/slideLayout621.xml"/><Relationship Id="rId4" Type="http://schemas.openxmlformats.org/officeDocument/2006/relationships/slideLayout" Target="../slideLayouts/slideLayout620.xml"/><Relationship Id="rId3" Type="http://schemas.openxmlformats.org/officeDocument/2006/relationships/slideLayout" Target="../slideLayouts/slideLayout619.xml"/><Relationship Id="rId2" Type="http://schemas.openxmlformats.org/officeDocument/2006/relationships/slideLayout" Target="../slideLayouts/slideLayout618.xml"/><Relationship Id="rId14" Type="http://schemas.openxmlformats.org/officeDocument/2006/relationships/theme" Target="../theme/theme57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27.xml"/><Relationship Id="rId10" Type="http://schemas.openxmlformats.org/officeDocument/2006/relationships/slideLayout" Target="../slideLayouts/slideLayout626.xml"/><Relationship Id="rId1" Type="http://schemas.openxmlformats.org/officeDocument/2006/relationships/slideLayout" Target="../slideLayouts/slideLayout617.xml"/></Relationships>
</file>

<file path=ppt/slideMasters/_rels/slideMaster5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6.xml"/><Relationship Id="rId8" Type="http://schemas.openxmlformats.org/officeDocument/2006/relationships/slideLayout" Target="../slideLayouts/slideLayout635.xml"/><Relationship Id="rId7" Type="http://schemas.openxmlformats.org/officeDocument/2006/relationships/slideLayout" Target="../slideLayouts/slideLayout634.xml"/><Relationship Id="rId6" Type="http://schemas.openxmlformats.org/officeDocument/2006/relationships/slideLayout" Target="../slideLayouts/slideLayout633.xml"/><Relationship Id="rId5" Type="http://schemas.openxmlformats.org/officeDocument/2006/relationships/slideLayout" Target="../slideLayouts/slideLayout632.xml"/><Relationship Id="rId4" Type="http://schemas.openxmlformats.org/officeDocument/2006/relationships/slideLayout" Target="../slideLayouts/slideLayout631.xml"/><Relationship Id="rId3" Type="http://schemas.openxmlformats.org/officeDocument/2006/relationships/slideLayout" Target="../slideLayouts/slideLayout630.xml"/><Relationship Id="rId2" Type="http://schemas.openxmlformats.org/officeDocument/2006/relationships/slideLayout" Target="../slideLayouts/slideLayout629.xml"/><Relationship Id="rId14" Type="http://schemas.openxmlformats.org/officeDocument/2006/relationships/theme" Target="../theme/theme58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38.xml"/><Relationship Id="rId10" Type="http://schemas.openxmlformats.org/officeDocument/2006/relationships/slideLayout" Target="../slideLayouts/slideLayout637.xml"/><Relationship Id="rId1" Type="http://schemas.openxmlformats.org/officeDocument/2006/relationships/slideLayout" Target="../slideLayouts/slideLayout628.xml"/></Relationships>
</file>

<file path=ppt/slideMasters/_rels/slideMaster5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7.xml"/><Relationship Id="rId8" Type="http://schemas.openxmlformats.org/officeDocument/2006/relationships/slideLayout" Target="../slideLayouts/slideLayout646.xml"/><Relationship Id="rId7" Type="http://schemas.openxmlformats.org/officeDocument/2006/relationships/slideLayout" Target="../slideLayouts/slideLayout645.xml"/><Relationship Id="rId6" Type="http://schemas.openxmlformats.org/officeDocument/2006/relationships/slideLayout" Target="../slideLayouts/slideLayout644.xml"/><Relationship Id="rId5" Type="http://schemas.openxmlformats.org/officeDocument/2006/relationships/slideLayout" Target="../slideLayouts/slideLayout643.xml"/><Relationship Id="rId4" Type="http://schemas.openxmlformats.org/officeDocument/2006/relationships/slideLayout" Target="../slideLayouts/slideLayout642.xml"/><Relationship Id="rId3" Type="http://schemas.openxmlformats.org/officeDocument/2006/relationships/slideLayout" Target="../slideLayouts/slideLayout641.xml"/><Relationship Id="rId2" Type="http://schemas.openxmlformats.org/officeDocument/2006/relationships/slideLayout" Target="../slideLayouts/slideLayout640.xml"/><Relationship Id="rId14" Type="http://schemas.openxmlformats.org/officeDocument/2006/relationships/theme" Target="../theme/theme59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49.xml"/><Relationship Id="rId10" Type="http://schemas.openxmlformats.org/officeDocument/2006/relationships/slideLayout" Target="../slideLayouts/slideLayout648.xml"/><Relationship Id="rId1" Type="http://schemas.openxmlformats.org/officeDocument/2006/relationships/slideLayout" Target="../slideLayouts/slideLayout639.xml"/></Relationships>
</file>

<file path=ppt/slideMasters/_rels/slideMaster6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58.xml"/><Relationship Id="rId8" Type="http://schemas.openxmlformats.org/officeDocument/2006/relationships/slideLayout" Target="../slideLayouts/slideLayout657.xml"/><Relationship Id="rId7" Type="http://schemas.openxmlformats.org/officeDocument/2006/relationships/slideLayout" Target="../slideLayouts/slideLayout656.xml"/><Relationship Id="rId6" Type="http://schemas.openxmlformats.org/officeDocument/2006/relationships/slideLayout" Target="../slideLayouts/slideLayout655.xml"/><Relationship Id="rId5" Type="http://schemas.openxmlformats.org/officeDocument/2006/relationships/slideLayout" Target="../slideLayouts/slideLayout654.xml"/><Relationship Id="rId4" Type="http://schemas.openxmlformats.org/officeDocument/2006/relationships/slideLayout" Target="../slideLayouts/slideLayout653.xml"/><Relationship Id="rId3" Type="http://schemas.openxmlformats.org/officeDocument/2006/relationships/slideLayout" Target="../slideLayouts/slideLayout652.xml"/><Relationship Id="rId2" Type="http://schemas.openxmlformats.org/officeDocument/2006/relationships/slideLayout" Target="../slideLayouts/slideLayout651.xml"/><Relationship Id="rId14" Type="http://schemas.openxmlformats.org/officeDocument/2006/relationships/theme" Target="../theme/theme60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60.xml"/><Relationship Id="rId10" Type="http://schemas.openxmlformats.org/officeDocument/2006/relationships/slideLayout" Target="../slideLayouts/slideLayout659.xml"/><Relationship Id="rId1" Type="http://schemas.openxmlformats.org/officeDocument/2006/relationships/slideLayout" Target="../slideLayouts/slideLayout650.xml"/></Relationships>
</file>

<file path=ppt/slideMasters/_rels/slideMaster6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69.xml"/><Relationship Id="rId8" Type="http://schemas.openxmlformats.org/officeDocument/2006/relationships/slideLayout" Target="../slideLayouts/slideLayout668.xml"/><Relationship Id="rId7" Type="http://schemas.openxmlformats.org/officeDocument/2006/relationships/slideLayout" Target="../slideLayouts/slideLayout667.xml"/><Relationship Id="rId6" Type="http://schemas.openxmlformats.org/officeDocument/2006/relationships/slideLayout" Target="../slideLayouts/slideLayout666.xml"/><Relationship Id="rId5" Type="http://schemas.openxmlformats.org/officeDocument/2006/relationships/slideLayout" Target="../slideLayouts/slideLayout665.xml"/><Relationship Id="rId4" Type="http://schemas.openxmlformats.org/officeDocument/2006/relationships/slideLayout" Target="../slideLayouts/slideLayout664.xml"/><Relationship Id="rId3" Type="http://schemas.openxmlformats.org/officeDocument/2006/relationships/slideLayout" Target="../slideLayouts/slideLayout663.xml"/><Relationship Id="rId2" Type="http://schemas.openxmlformats.org/officeDocument/2006/relationships/slideLayout" Target="../slideLayouts/slideLayout662.xml"/><Relationship Id="rId14" Type="http://schemas.openxmlformats.org/officeDocument/2006/relationships/theme" Target="../theme/theme6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71.xml"/><Relationship Id="rId10" Type="http://schemas.openxmlformats.org/officeDocument/2006/relationships/slideLayout" Target="../slideLayouts/slideLayout670.xml"/><Relationship Id="rId1" Type="http://schemas.openxmlformats.org/officeDocument/2006/relationships/slideLayout" Target="../slideLayouts/slideLayout661.xml"/></Relationships>
</file>

<file path=ppt/slideMasters/_rels/slideMaster6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80.xml"/><Relationship Id="rId8" Type="http://schemas.openxmlformats.org/officeDocument/2006/relationships/slideLayout" Target="../slideLayouts/slideLayout679.xml"/><Relationship Id="rId7" Type="http://schemas.openxmlformats.org/officeDocument/2006/relationships/slideLayout" Target="../slideLayouts/slideLayout678.xml"/><Relationship Id="rId6" Type="http://schemas.openxmlformats.org/officeDocument/2006/relationships/slideLayout" Target="../slideLayouts/slideLayout677.xml"/><Relationship Id="rId5" Type="http://schemas.openxmlformats.org/officeDocument/2006/relationships/slideLayout" Target="../slideLayouts/slideLayout676.xml"/><Relationship Id="rId4" Type="http://schemas.openxmlformats.org/officeDocument/2006/relationships/slideLayout" Target="../slideLayouts/slideLayout675.xml"/><Relationship Id="rId3" Type="http://schemas.openxmlformats.org/officeDocument/2006/relationships/slideLayout" Target="../slideLayouts/slideLayout674.xml"/><Relationship Id="rId2" Type="http://schemas.openxmlformats.org/officeDocument/2006/relationships/slideLayout" Target="../slideLayouts/slideLayout673.xml"/><Relationship Id="rId14" Type="http://schemas.openxmlformats.org/officeDocument/2006/relationships/theme" Target="../theme/theme62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82.xml"/><Relationship Id="rId10" Type="http://schemas.openxmlformats.org/officeDocument/2006/relationships/slideLayout" Target="../slideLayouts/slideLayout681.xml"/><Relationship Id="rId1" Type="http://schemas.openxmlformats.org/officeDocument/2006/relationships/slideLayout" Target="../slideLayouts/slideLayout672.xml"/></Relationships>
</file>

<file path=ppt/slideMasters/_rels/slideMaster6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1.xml"/><Relationship Id="rId8" Type="http://schemas.openxmlformats.org/officeDocument/2006/relationships/slideLayout" Target="../slideLayouts/slideLayout690.xml"/><Relationship Id="rId7" Type="http://schemas.openxmlformats.org/officeDocument/2006/relationships/slideLayout" Target="../slideLayouts/slideLayout689.xml"/><Relationship Id="rId6" Type="http://schemas.openxmlformats.org/officeDocument/2006/relationships/slideLayout" Target="../slideLayouts/slideLayout688.xml"/><Relationship Id="rId5" Type="http://schemas.openxmlformats.org/officeDocument/2006/relationships/slideLayout" Target="../slideLayouts/slideLayout687.xml"/><Relationship Id="rId4" Type="http://schemas.openxmlformats.org/officeDocument/2006/relationships/slideLayout" Target="../slideLayouts/slideLayout686.xml"/><Relationship Id="rId3" Type="http://schemas.openxmlformats.org/officeDocument/2006/relationships/slideLayout" Target="../slideLayouts/slideLayout685.xml"/><Relationship Id="rId2" Type="http://schemas.openxmlformats.org/officeDocument/2006/relationships/slideLayout" Target="../slideLayouts/slideLayout684.xml"/><Relationship Id="rId14" Type="http://schemas.openxmlformats.org/officeDocument/2006/relationships/theme" Target="../theme/theme63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93.xml"/><Relationship Id="rId10" Type="http://schemas.openxmlformats.org/officeDocument/2006/relationships/slideLayout" Target="../slideLayouts/slideLayout692.xml"/><Relationship Id="rId1" Type="http://schemas.openxmlformats.org/officeDocument/2006/relationships/slideLayout" Target="../slideLayouts/slideLayout683.xml"/></Relationships>
</file>

<file path=ppt/slideMasters/_rels/slideMaster6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02.xml"/><Relationship Id="rId8" Type="http://schemas.openxmlformats.org/officeDocument/2006/relationships/slideLayout" Target="../slideLayouts/slideLayout701.xml"/><Relationship Id="rId7" Type="http://schemas.openxmlformats.org/officeDocument/2006/relationships/slideLayout" Target="../slideLayouts/slideLayout700.xml"/><Relationship Id="rId6" Type="http://schemas.openxmlformats.org/officeDocument/2006/relationships/slideLayout" Target="../slideLayouts/slideLayout699.xml"/><Relationship Id="rId5" Type="http://schemas.openxmlformats.org/officeDocument/2006/relationships/slideLayout" Target="../slideLayouts/slideLayout698.xml"/><Relationship Id="rId4" Type="http://schemas.openxmlformats.org/officeDocument/2006/relationships/slideLayout" Target="../slideLayouts/slideLayout697.xml"/><Relationship Id="rId3" Type="http://schemas.openxmlformats.org/officeDocument/2006/relationships/slideLayout" Target="../slideLayouts/slideLayout696.xml"/><Relationship Id="rId2" Type="http://schemas.openxmlformats.org/officeDocument/2006/relationships/slideLayout" Target="../slideLayouts/slideLayout695.xml"/><Relationship Id="rId14" Type="http://schemas.openxmlformats.org/officeDocument/2006/relationships/theme" Target="../theme/theme64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04.xml"/><Relationship Id="rId10" Type="http://schemas.openxmlformats.org/officeDocument/2006/relationships/slideLayout" Target="../slideLayouts/slideLayout703.xml"/><Relationship Id="rId1" Type="http://schemas.openxmlformats.org/officeDocument/2006/relationships/slideLayout" Target="../slideLayouts/slideLayout694.xml"/></Relationships>
</file>

<file path=ppt/slideMasters/_rels/slideMaster6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13.xml"/><Relationship Id="rId8" Type="http://schemas.openxmlformats.org/officeDocument/2006/relationships/slideLayout" Target="../slideLayouts/slideLayout712.xml"/><Relationship Id="rId7" Type="http://schemas.openxmlformats.org/officeDocument/2006/relationships/slideLayout" Target="../slideLayouts/slideLayout711.xml"/><Relationship Id="rId6" Type="http://schemas.openxmlformats.org/officeDocument/2006/relationships/slideLayout" Target="../slideLayouts/slideLayout710.xml"/><Relationship Id="rId5" Type="http://schemas.openxmlformats.org/officeDocument/2006/relationships/slideLayout" Target="../slideLayouts/slideLayout709.xml"/><Relationship Id="rId4" Type="http://schemas.openxmlformats.org/officeDocument/2006/relationships/slideLayout" Target="../slideLayouts/slideLayout708.xml"/><Relationship Id="rId3" Type="http://schemas.openxmlformats.org/officeDocument/2006/relationships/slideLayout" Target="../slideLayouts/slideLayout707.xml"/><Relationship Id="rId2" Type="http://schemas.openxmlformats.org/officeDocument/2006/relationships/slideLayout" Target="../slideLayouts/slideLayout706.xml"/><Relationship Id="rId14" Type="http://schemas.openxmlformats.org/officeDocument/2006/relationships/theme" Target="../theme/theme65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15.xml"/><Relationship Id="rId10" Type="http://schemas.openxmlformats.org/officeDocument/2006/relationships/slideLayout" Target="../slideLayouts/slideLayout714.xml"/><Relationship Id="rId1" Type="http://schemas.openxmlformats.org/officeDocument/2006/relationships/slideLayout" Target="../slideLayouts/slideLayout705.xml"/></Relationships>
</file>

<file path=ppt/slideMasters/_rels/slideMaster6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4.xml"/><Relationship Id="rId8" Type="http://schemas.openxmlformats.org/officeDocument/2006/relationships/slideLayout" Target="../slideLayouts/slideLayout723.xml"/><Relationship Id="rId7" Type="http://schemas.openxmlformats.org/officeDocument/2006/relationships/slideLayout" Target="../slideLayouts/slideLayout722.xml"/><Relationship Id="rId6" Type="http://schemas.openxmlformats.org/officeDocument/2006/relationships/slideLayout" Target="../slideLayouts/slideLayout721.xml"/><Relationship Id="rId5" Type="http://schemas.openxmlformats.org/officeDocument/2006/relationships/slideLayout" Target="../slideLayouts/slideLayout720.xml"/><Relationship Id="rId4" Type="http://schemas.openxmlformats.org/officeDocument/2006/relationships/slideLayout" Target="../slideLayouts/slideLayout719.xml"/><Relationship Id="rId3" Type="http://schemas.openxmlformats.org/officeDocument/2006/relationships/slideLayout" Target="../slideLayouts/slideLayout718.xml"/><Relationship Id="rId2" Type="http://schemas.openxmlformats.org/officeDocument/2006/relationships/slideLayout" Target="../slideLayouts/slideLayout717.xml"/><Relationship Id="rId14" Type="http://schemas.openxmlformats.org/officeDocument/2006/relationships/theme" Target="../theme/theme66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26.xml"/><Relationship Id="rId10" Type="http://schemas.openxmlformats.org/officeDocument/2006/relationships/slideLayout" Target="../slideLayouts/slideLayout725.xml"/><Relationship Id="rId1" Type="http://schemas.openxmlformats.org/officeDocument/2006/relationships/slideLayout" Target="../slideLayouts/slideLayout716.xml"/></Relationships>
</file>

<file path=ppt/slideMasters/_rels/slideMaster6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35.xml"/><Relationship Id="rId8" Type="http://schemas.openxmlformats.org/officeDocument/2006/relationships/slideLayout" Target="../slideLayouts/slideLayout734.xml"/><Relationship Id="rId7" Type="http://schemas.openxmlformats.org/officeDocument/2006/relationships/slideLayout" Target="../slideLayouts/slideLayout733.xml"/><Relationship Id="rId6" Type="http://schemas.openxmlformats.org/officeDocument/2006/relationships/slideLayout" Target="../slideLayouts/slideLayout732.xml"/><Relationship Id="rId5" Type="http://schemas.openxmlformats.org/officeDocument/2006/relationships/slideLayout" Target="../slideLayouts/slideLayout731.xml"/><Relationship Id="rId4" Type="http://schemas.openxmlformats.org/officeDocument/2006/relationships/slideLayout" Target="../slideLayouts/slideLayout730.xml"/><Relationship Id="rId3" Type="http://schemas.openxmlformats.org/officeDocument/2006/relationships/slideLayout" Target="../slideLayouts/slideLayout729.xml"/><Relationship Id="rId2" Type="http://schemas.openxmlformats.org/officeDocument/2006/relationships/slideLayout" Target="../slideLayouts/slideLayout728.xml"/><Relationship Id="rId14" Type="http://schemas.openxmlformats.org/officeDocument/2006/relationships/theme" Target="../theme/theme67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37.xml"/><Relationship Id="rId10" Type="http://schemas.openxmlformats.org/officeDocument/2006/relationships/slideLayout" Target="../slideLayouts/slideLayout736.xml"/><Relationship Id="rId1" Type="http://schemas.openxmlformats.org/officeDocument/2006/relationships/slideLayout" Target="../slideLayouts/slideLayout727.xml"/></Relationships>
</file>

<file path=ppt/slideMasters/_rels/slideMaster6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46.xml"/><Relationship Id="rId8" Type="http://schemas.openxmlformats.org/officeDocument/2006/relationships/slideLayout" Target="../slideLayouts/slideLayout745.xml"/><Relationship Id="rId7" Type="http://schemas.openxmlformats.org/officeDocument/2006/relationships/slideLayout" Target="../slideLayouts/slideLayout744.xml"/><Relationship Id="rId6" Type="http://schemas.openxmlformats.org/officeDocument/2006/relationships/slideLayout" Target="../slideLayouts/slideLayout743.xml"/><Relationship Id="rId5" Type="http://schemas.openxmlformats.org/officeDocument/2006/relationships/slideLayout" Target="../slideLayouts/slideLayout742.xml"/><Relationship Id="rId4" Type="http://schemas.openxmlformats.org/officeDocument/2006/relationships/slideLayout" Target="../slideLayouts/slideLayout741.xml"/><Relationship Id="rId3" Type="http://schemas.openxmlformats.org/officeDocument/2006/relationships/slideLayout" Target="../slideLayouts/slideLayout740.xml"/><Relationship Id="rId2" Type="http://schemas.openxmlformats.org/officeDocument/2006/relationships/slideLayout" Target="../slideLayouts/slideLayout739.xml"/><Relationship Id="rId14" Type="http://schemas.openxmlformats.org/officeDocument/2006/relationships/theme" Target="../theme/theme68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48.xml"/><Relationship Id="rId10" Type="http://schemas.openxmlformats.org/officeDocument/2006/relationships/slideLayout" Target="../slideLayouts/slideLayout747.xml"/><Relationship Id="rId1" Type="http://schemas.openxmlformats.org/officeDocument/2006/relationships/slideLayout" Target="../slideLayouts/slideLayout738.xml"/></Relationships>
</file>

<file path=ppt/slideMasters/_rels/slideMaster6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7.xml"/><Relationship Id="rId8" Type="http://schemas.openxmlformats.org/officeDocument/2006/relationships/slideLayout" Target="../slideLayouts/slideLayout756.xml"/><Relationship Id="rId7" Type="http://schemas.openxmlformats.org/officeDocument/2006/relationships/slideLayout" Target="../slideLayouts/slideLayout755.xml"/><Relationship Id="rId6" Type="http://schemas.openxmlformats.org/officeDocument/2006/relationships/slideLayout" Target="../slideLayouts/slideLayout754.xml"/><Relationship Id="rId5" Type="http://schemas.openxmlformats.org/officeDocument/2006/relationships/slideLayout" Target="../slideLayouts/slideLayout753.xml"/><Relationship Id="rId4" Type="http://schemas.openxmlformats.org/officeDocument/2006/relationships/slideLayout" Target="../slideLayouts/slideLayout752.xml"/><Relationship Id="rId3" Type="http://schemas.openxmlformats.org/officeDocument/2006/relationships/slideLayout" Target="../slideLayouts/slideLayout751.xml"/><Relationship Id="rId2" Type="http://schemas.openxmlformats.org/officeDocument/2006/relationships/slideLayout" Target="../slideLayouts/slideLayout750.xml"/><Relationship Id="rId14" Type="http://schemas.openxmlformats.org/officeDocument/2006/relationships/theme" Target="../theme/theme69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59.xml"/><Relationship Id="rId10" Type="http://schemas.openxmlformats.org/officeDocument/2006/relationships/slideLayout" Target="../slideLayouts/slideLayout758.xml"/><Relationship Id="rId1" Type="http://schemas.openxmlformats.org/officeDocument/2006/relationships/slideLayout" Target="../slideLayouts/slideLayout749.xml"/></Relationships>
</file>

<file path=ppt/slideMasters/_rels/slideMaster7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68.xml"/><Relationship Id="rId8" Type="http://schemas.openxmlformats.org/officeDocument/2006/relationships/slideLayout" Target="../slideLayouts/slideLayout767.xml"/><Relationship Id="rId7" Type="http://schemas.openxmlformats.org/officeDocument/2006/relationships/slideLayout" Target="../slideLayouts/slideLayout766.xml"/><Relationship Id="rId6" Type="http://schemas.openxmlformats.org/officeDocument/2006/relationships/slideLayout" Target="../slideLayouts/slideLayout765.xml"/><Relationship Id="rId5" Type="http://schemas.openxmlformats.org/officeDocument/2006/relationships/slideLayout" Target="../slideLayouts/slideLayout764.xml"/><Relationship Id="rId4" Type="http://schemas.openxmlformats.org/officeDocument/2006/relationships/slideLayout" Target="../slideLayouts/slideLayout763.xml"/><Relationship Id="rId3" Type="http://schemas.openxmlformats.org/officeDocument/2006/relationships/slideLayout" Target="../slideLayouts/slideLayout762.xml"/><Relationship Id="rId2" Type="http://schemas.openxmlformats.org/officeDocument/2006/relationships/slideLayout" Target="../slideLayouts/slideLayout761.xml"/><Relationship Id="rId14" Type="http://schemas.openxmlformats.org/officeDocument/2006/relationships/theme" Target="../theme/theme70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70.xml"/><Relationship Id="rId10" Type="http://schemas.openxmlformats.org/officeDocument/2006/relationships/slideLayout" Target="../slideLayouts/slideLayout769.xml"/><Relationship Id="rId1" Type="http://schemas.openxmlformats.org/officeDocument/2006/relationships/slideLayout" Target="../slideLayouts/slideLayout760.xml"/></Relationships>
</file>

<file path=ppt/slideMasters/_rels/slideMaster7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79.xml"/><Relationship Id="rId8" Type="http://schemas.openxmlformats.org/officeDocument/2006/relationships/slideLayout" Target="../slideLayouts/slideLayout778.xml"/><Relationship Id="rId7" Type="http://schemas.openxmlformats.org/officeDocument/2006/relationships/slideLayout" Target="../slideLayouts/slideLayout777.xml"/><Relationship Id="rId6" Type="http://schemas.openxmlformats.org/officeDocument/2006/relationships/slideLayout" Target="../slideLayouts/slideLayout776.xml"/><Relationship Id="rId5" Type="http://schemas.openxmlformats.org/officeDocument/2006/relationships/slideLayout" Target="../slideLayouts/slideLayout775.xml"/><Relationship Id="rId4" Type="http://schemas.openxmlformats.org/officeDocument/2006/relationships/slideLayout" Target="../slideLayouts/slideLayout774.xml"/><Relationship Id="rId3" Type="http://schemas.openxmlformats.org/officeDocument/2006/relationships/slideLayout" Target="../slideLayouts/slideLayout773.xml"/><Relationship Id="rId2" Type="http://schemas.openxmlformats.org/officeDocument/2006/relationships/slideLayout" Target="../slideLayouts/slideLayout772.xml"/><Relationship Id="rId14" Type="http://schemas.openxmlformats.org/officeDocument/2006/relationships/theme" Target="../theme/theme7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81.xml"/><Relationship Id="rId10" Type="http://schemas.openxmlformats.org/officeDocument/2006/relationships/slideLayout" Target="../slideLayouts/slideLayout780.xml"/><Relationship Id="rId1" Type="http://schemas.openxmlformats.org/officeDocument/2006/relationships/slideLayout" Target="../slideLayouts/slideLayout771.xml"/></Relationships>
</file>

<file path=ppt/slideMasters/_rels/slideMaster7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0.xml"/><Relationship Id="rId8" Type="http://schemas.openxmlformats.org/officeDocument/2006/relationships/slideLayout" Target="../slideLayouts/slideLayout789.xml"/><Relationship Id="rId7" Type="http://schemas.openxmlformats.org/officeDocument/2006/relationships/slideLayout" Target="../slideLayouts/slideLayout788.xml"/><Relationship Id="rId6" Type="http://schemas.openxmlformats.org/officeDocument/2006/relationships/slideLayout" Target="../slideLayouts/slideLayout787.xml"/><Relationship Id="rId5" Type="http://schemas.openxmlformats.org/officeDocument/2006/relationships/slideLayout" Target="../slideLayouts/slideLayout786.xml"/><Relationship Id="rId4" Type="http://schemas.openxmlformats.org/officeDocument/2006/relationships/slideLayout" Target="../slideLayouts/slideLayout785.xml"/><Relationship Id="rId3" Type="http://schemas.openxmlformats.org/officeDocument/2006/relationships/slideLayout" Target="../slideLayouts/slideLayout784.xml"/><Relationship Id="rId2" Type="http://schemas.openxmlformats.org/officeDocument/2006/relationships/slideLayout" Target="../slideLayouts/slideLayout783.xml"/><Relationship Id="rId14" Type="http://schemas.openxmlformats.org/officeDocument/2006/relationships/theme" Target="../theme/theme72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92.xml"/><Relationship Id="rId10" Type="http://schemas.openxmlformats.org/officeDocument/2006/relationships/slideLayout" Target="../slideLayouts/slideLayout791.xml"/><Relationship Id="rId1" Type="http://schemas.openxmlformats.org/officeDocument/2006/relationships/slideLayout" Target="../slideLayouts/slideLayout782.xml"/></Relationships>
</file>

<file path=ppt/slideMasters/_rels/slideMaster7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01.xml"/><Relationship Id="rId8" Type="http://schemas.openxmlformats.org/officeDocument/2006/relationships/slideLayout" Target="../slideLayouts/slideLayout800.xml"/><Relationship Id="rId7" Type="http://schemas.openxmlformats.org/officeDocument/2006/relationships/slideLayout" Target="../slideLayouts/slideLayout799.xml"/><Relationship Id="rId6" Type="http://schemas.openxmlformats.org/officeDocument/2006/relationships/slideLayout" Target="../slideLayouts/slideLayout798.xml"/><Relationship Id="rId5" Type="http://schemas.openxmlformats.org/officeDocument/2006/relationships/slideLayout" Target="../slideLayouts/slideLayout797.xml"/><Relationship Id="rId4" Type="http://schemas.openxmlformats.org/officeDocument/2006/relationships/slideLayout" Target="../slideLayouts/slideLayout796.xml"/><Relationship Id="rId3" Type="http://schemas.openxmlformats.org/officeDocument/2006/relationships/slideLayout" Target="../slideLayouts/slideLayout795.xml"/><Relationship Id="rId2" Type="http://schemas.openxmlformats.org/officeDocument/2006/relationships/slideLayout" Target="../slideLayouts/slideLayout794.xml"/><Relationship Id="rId14" Type="http://schemas.openxmlformats.org/officeDocument/2006/relationships/theme" Target="../theme/theme73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03.xml"/><Relationship Id="rId10" Type="http://schemas.openxmlformats.org/officeDocument/2006/relationships/slideLayout" Target="../slideLayouts/slideLayout802.xml"/><Relationship Id="rId1" Type="http://schemas.openxmlformats.org/officeDocument/2006/relationships/slideLayout" Target="../slideLayouts/slideLayout793.xml"/></Relationships>
</file>

<file path=ppt/slideMasters/_rels/slideMaster7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2.xml"/><Relationship Id="rId8" Type="http://schemas.openxmlformats.org/officeDocument/2006/relationships/slideLayout" Target="../slideLayouts/slideLayout811.xml"/><Relationship Id="rId7" Type="http://schemas.openxmlformats.org/officeDocument/2006/relationships/slideLayout" Target="../slideLayouts/slideLayout810.xml"/><Relationship Id="rId6" Type="http://schemas.openxmlformats.org/officeDocument/2006/relationships/slideLayout" Target="../slideLayouts/slideLayout809.xml"/><Relationship Id="rId5" Type="http://schemas.openxmlformats.org/officeDocument/2006/relationships/slideLayout" Target="../slideLayouts/slideLayout808.xml"/><Relationship Id="rId4" Type="http://schemas.openxmlformats.org/officeDocument/2006/relationships/slideLayout" Target="../slideLayouts/slideLayout807.xml"/><Relationship Id="rId3" Type="http://schemas.openxmlformats.org/officeDocument/2006/relationships/slideLayout" Target="../slideLayouts/slideLayout806.xml"/><Relationship Id="rId2" Type="http://schemas.openxmlformats.org/officeDocument/2006/relationships/slideLayout" Target="../slideLayouts/slideLayout805.xml"/><Relationship Id="rId14" Type="http://schemas.openxmlformats.org/officeDocument/2006/relationships/theme" Target="../theme/theme74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14.xml"/><Relationship Id="rId10" Type="http://schemas.openxmlformats.org/officeDocument/2006/relationships/slideLayout" Target="../slideLayouts/slideLayout813.xml"/><Relationship Id="rId1" Type="http://schemas.openxmlformats.org/officeDocument/2006/relationships/slideLayout" Target="../slideLayouts/slideLayout804.xml"/></Relationships>
</file>

<file path=ppt/slideMasters/_rels/slideMaster7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23.xml"/><Relationship Id="rId8" Type="http://schemas.openxmlformats.org/officeDocument/2006/relationships/slideLayout" Target="../slideLayouts/slideLayout822.xml"/><Relationship Id="rId7" Type="http://schemas.openxmlformats.org/officeDocument/2006/relationships/slideLayout" Target="../slideLayouts/slideLayout821.xml"/><Relationship Id="rId6" Type="http://schemas.openxmlformats.org/officeDocument/2006/relationships/slideLayout" Target="../slideLayouts/slideLayout820.xml"/><Relationship Id="rId5" Type="http://schemas.openxmlformats.org/officeDocument/2006/relationships/slideLayout" Target="../slideLayouts/slideLayout819.xml"/><Relationship Id="rId4" Type="http://schemas.openxmlformats.org/officeDocument/2006/relationships/slideLayout" Target="../slideLayouts/slideLayout818.xml"/><Relationship Id="rId3" Type="http://schemas.openxmlformats.org/officeDocument/2006/relationships/slideLayout" Target="../slideLayouts/slideLayout817.xml"/><Relationship Id="rId2" Type="http://schemas.openxmlformats.org/officeDocument/2006/relationships/slideLayout" Target="../slideLayouts/slideLayout816.xml"/><Relationship Id="rId14" Type="http://schemas.openxmlformats.org/officeDocument/2006/relationships/theme" Target="../theme/theme75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25.xml"/><Relationship Id="rId10" Type="http://schemas.openxmlformats.org/officeDocument/2006/relationships/slideLayout" Target="../slideLayouts/slideLayout824.xml"/><Relationship Id="rId1" Type="http://schemas.openxmlformats.org/officeDocument/2006/relationships/slideLayout" Target="../slideLayouts/slideLayout815.xml"/></Relationships>
</file>

<file path=ppt/slideMasters/_rels/slideMaster7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34.xml"/><Relationship Id="rId8" Type="http://schemas.openxmlformats.org/officeDocument/2006/relationships/slideLayout" Target="../slideLayouts/slideLayout833.xml"/><Relationship Id="rId7" Type="http://schemas.openxmlformats.org/officeDocument/2006/relationships/slideLayout" Target="../slideLayouts/slideLayout832.xml"/><Relationship Id="rId6" Type="http://schemas.openxmlformats.org/officeDocument/2006/relationships/slideLayout" Target="../slideLayouts/slideLayout831.xml"/><Relationship Id="rId5" Type="http://schemas.openxmlformats.org/officeDocument/2006/relationships/slideLayout" Target="../slideLayouts/slideLayout830.xml"/><Relationship Id="rId4" Type="http://schemas.openxmlformats.org/officeDocument/2006/relationships/slideLayout" Target="../slideLayouts/slideLayout829.xml"/><Relationship Id="rId3" Type="http://schemas.openxmlformats.org/officeDocument/2006/relationships/slideLayout" Target="../slideLayouts/slideLayout828.xml"/><Relationship Id="rId2" Type="http://schemas.openxmlformats.org/officeDocument/2006/relationships/slideLayout" Target="../slideLayouts/slideLayout827.xml"/><Relationship Id="rId14" Type="http://schemas.openxmlformats.org/officeDocument/2006/relationships/theme" Target="../theme/theme76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36.xml"/><Relationship Id="rId10" Type="http://schemas.openxmlformats.org/officeDocument/2006/relationships/slideLayout" Target="../slideLayouts/slideLayout835.xml"/><Relationship Id="rId1" Type="http://schemas.openxmlformats.org/officeDocument/2006/relationships/slideLayout" Target="../slideLayouts/slideLayout826.xml"/></Relationships>
</file>

<file path=ppt/slideMasters/_rels/slideMaster7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45.xml"/><Relationship Id="rId8" Type="http://schemas.openxmlformats.org/officeDocument/2006/relationships/slideLayout" Target="../slideLayouts/slideLayout844.xml"/><Relationship Id="rId7" Type="http://schemas.openxmlformats.org/officeDocument/2006/relationships/slideLayout" Target="../slideLayouts/slideLayout843.xml"/><Relationship Id="rId6" Type="http://schemas.openxmlformats.org/officeDocument/2006/relationships/slideLayout" Target="../slideLayouts/slideLayout842.xml"/><Relationship Id="rId5" Type="http://schemas.openxmlformats.org/officeDocument/2006/relationships/slideLayout" Target="../slideLayouts/slideLayout841.xml"/><Relationship Id="rId4" Type="http://schemas.openxmlformats.org/officeDocument/2006/relationships/slideLayout" Target="../slideLayouts/slideLayout840.xml"/><Relationship Id="rId3" Type="http://schemas.openxmlformats.org/officeDocument/2006/relationships/slideLayout" Target="../slideLayouts/slideLayout839.xml"/><Relationship Id="rId2" Type="http://schemas.openxmlformats.org/officeDocument/2006/relationships/slideLayout" Target="../slideLayouts/slideLayout838.xml"/><Relationship Id="rId14" Type="http://schemas.openxmlformats.org/officeDocument/2006/relationships/theme" Target="../theme/theme77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47.xml"/><Relationship Id="rId10" Type="http://schemas.openxmlformats.org/officeDocument/2006/relationships/slideLayout" Target="../slideLayouts/slideLayout846.xml"/><Relationship Id="rId1" Type="http://schemas.openxmlformats.org/officeDocument/2006/relationships/slideLayout" Target="../slideLayouts/slideLayout837.xml"/></Relationships>
</file>

<file path=ppt/slideMasters/_rels/slideMaster7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56.xml"/><Relationship Id="rId8" Type="http://schemas.openxmlformats.org/officeDocument/2006/relationships/slideLayout" Target="../slideLayouts/slideLayout855.xml"/><Relationship Id="rId7" Type="http://schemas.openxmlformats.org/officeDocument/2006/relationships/slideLayout" Target="../slideLayouts/slideLayout854.xml"/><Relationship Id="rId6" Type="http://schemas.openxmlformats.org/officeDocument/2006/relationships/slideLayout" Target="../slideLayouts/slideLayout853.xml"/><Relationship Id="rId5" Type="http://schemas.openxmlformats.org/officeDocument/2006/relationships/slideLayout" Target="../slideLayouts/slideLayout852.xml"/><Relationship Id="rId4" Type="http://schemas.openxmlformats.org/officeDocument/2006/relationships/slideLayout" Target="../slideLayouts/slideLayout851.xml"/><Relationship Id="rId3" Type="http://schemas.openxmlformats.org/officeDocument/2006/relationships/slideLayout" Target="../slideLayouts/slideLayout850.xml"/><Relationship Id="rId2" Type="http://schemas.openxmlformats.org/officeDocument/2006/relationships/slideLayout" Target="../slideLayouts/slideLayout849.xml"/><Relationship Id="rId14" Type="http://schemas.openxmlformats.org/officeDocument/2006/relationships/theme" Target="../theme/theme78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58.xml"/><Relationship Id="rId10" Type="http://schemas.openxmlformats.org/officeDocument/2006/relationships/slideLayout" Target="../slideLayouts/slideLayout857.xml"/><Relationship Id="rId1" Type="http://schemas.openxmlformats.org/officeDocument/2006/relationships/slideLayout" Target="../slideLayouts/slideLayout848.xml"/></Relationships>
</file>

<file path=ppt/slideMasters/_rels/slideMaster7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7.xml"/><Relationship Id="rId8" Type="http://schemas.openxmlformats.org/officeDocument/2006/relationships/slideLayout" Target="../slideLayouts/slideLayout866.xml"/><Relationship Id="rId7" Type="http://schemas.openxmlformats.org/officeDocument/2006/relationships/slideLayout" Target="../slideLayouts/slideLayout865.xml"/><Relationship Id="rId6" Type="http://schemas.openxmlformats.org/officeDocument/2006/relationships/slideLayout" Target="../slideLayouts/slideLayout864.xml"/><Relationship Id="rId5" Type="http://schemas.openxmlformats.org/officeDocument/2006/relationships/slideLayout" Target="../slideLayouts/slideLayout863.xml"/><Relationship Id="rId4" Type="http://schemas.openxmlformats.org/officeDocument/2006/relationships/slideLayout" Target="../slideLayouts/slideLayout862.xml"/><Relationship Id="rId3" Type="http://schemas.openxmlformats.org/officeDocument/2006/relationships/slideLayout" Target="../slideLayouts/slideLayout861.xml"/><Relationship Id="rId2" Type="http://schemas.openxmlformats.org/officeDocument/2006/relationships/slideLayout" Target="../slideLayouts/slideLayout860.xml"/><Relationship Id="rId14" Type="http://schemas.openxmlformats.org/officeDocument/2006/relationships/theme" Target="../theme/theme79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69.xml"/><Relationship Id="rId10" Type="http://schemas.openxmlformats.org/officeDocument/2006/relationships/slideLayout" Target="../slideLayouts/slideLayout868.xml"/><Relationship Id="rId1" Type="http://schemas.openxmlformats.org/officeDocument/2006/relationships/slideLayout" Target="../slideLayouts/slideLayout859.xml"/></Relationships>
</file>

<file path=ppt/slideMasters/_rels/slideMaster8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8.xml"/><Relationship Id="rId8" Type="http://schemas.openxmlformats.org/officeDocument/2006/relationships/slideLayout" Target="../slideLayouts/slideLayout877.xml"/><Relationship Id="rId7" Type="http://schemas.openxmlformats.org/officeDocument/2006/relationships/slideLayout" Target="../slideLayouts/slideLayout876.xml"/><Relationship Id="rId6" Type="http://schemas.openxmlformats.org/officeDocument/2006/relationships/slideLayout" Target="../slideLayouts/slideLayout875.xml"/><Relationship Id="rId5" Type="http://schemas.openxmlformats.org/officeDocument/2006/relationships/slideLayout" Target="../slideLayouts/slideLayout874.xml"/><Relationship Id="rId4" Type="http://schemas.openxmlformats.org/officeDocument/2006/relationships/slideLayout" Target="../slideLayouts/slideLayout873.xml"/><Relationship Id="rId3" Type="http://schemas.openxmlformats.org/officeDocument/2006/relationships/slideLayout" Target="../slideLayouts/slideLayout872.xml"/><Relationship Id="rId2" Type="http://schemas.openxmlformats.org/officeDocument/2006/relationships/slideLayout" Target="../slideLayouts/slideLayout871.xml"/><Relationship Id="rId14" Type="http://schemas.openxmlformats.org/officeDocument/2006/relationships/theme" Target="../theme/theme80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80.xml"/><Relationship Id="rId10" Type="http://schemas.openxmlformats.org/officeDocument/2006/relationships/slideLayout" Target="../slideLayouts/slideLayout879.xml"/><Relationship Id="rId1" Type="http://schemas.openxmlformats.org/officeDocument/2006/relationships/slideLayout" Target="../slideLayouts/slideLayout870.xml"/></Relationships>
</file>

<file path=ppt/slideMasters/_rels/slideMaster8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89.xml"/><Relationship Id="rId8" Type="http://schemas.openxmlformats.org/officeDocument/2006/relationships/slideLayout" Target="../slideLayouts/slideLayout888.xml"/><Relationship Id="rId7" Type="http://schemas.openxmlformats.org/officeDocument/2006/relationships/slideLayout" Target="../slideLayouts/slideLayout887.xml"/><Relationship Id="rId6" Type="http://schemas.openxmlformats.org/officeDocument/2006/relationships/slideLayout" Target="../slideLayouts/slideLayout886.xml"/><Relationship Id="rId5" Type="http://schemas.openxmlformats.org/officeDocument/2006/relationships/slideLayout" Target="../slideLayouts/slideLayout885.xml"/><Relationship Id="rId4" Type="http://schemas.openxmlformats.org/officeDocument/2006/relationships/slideLayout" Target="../slideLayouts/slideLayout884.xml"/><Relationship Id="rId3" Type="http://schemas.openxmlformats.org/officeDocument/2006/relationships/slideLayout" Target="../slideLayouts/slideLayout883.xml"/><Relationship Id="rId2" Type="http://schemas.openxmlformats.org/officeDocument/2006/relationships/slideLayout" Target="../slideLayouts/slideLayout882.xml"/><Relationship Id="rId14" Type="http://schemas.openxmlformats.org/officeDocument/2006/relationships/theme" Target="../theme/theme8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91.xml"/><Relationship Id="rId10" Type="http://schemas.openxmlformats.org/officeDocument/2006/relationships/slideLayout" Target="../slideLayouts/slideLayout890.xml"/><Relationship Id="rId1" Type="http://schemas.openxmlformats.org/officeDocument/2006/relationships/slideLayout" Target="../slideLayouts/slideLayout881.xml"/></Relationships>
</file>

<file path=ppt/slideMasters/_rels/slideMaster8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00.xml"/><Relationship Id="rId8" Type="http://schemas.openxmlformats.org/officeDocument/2006/relationships/slideLayout" Target="../slideLayouts/slideLayout899.xml"/><Relationship Id="rId7" Type="http://schemas.openxmlformats.org/officeDocument/2006/relationships/slideLayout" Target="../slideLayouts/slideLayout898.xml"/><Relationship Id="rId6" Type="http://schemas.openxmlformats.org/officeDocument/2006/relationships/slideLayout" Target="../slideLayouts/slideLayout897.xml"/><Relationship Id="rId5" Type="http://schemas.openxmlformats.org/officeDocument/2006/relationships/slideLayout" Target="../slideLayouts/slideLayout896.xml"/><Relationship Id="rId4" Type="http://schemas.openxmlformats.org/officeDocument/2006/relationships/slideLayout" Target="../slideLayouts/slideLayout895.xml"/><Relationship Id="rId3" Type="http://schemas.openxmlformats.org/officeDocument/2006/relationships/slideLayout" Target="../slideLayouts/slideLayout894.xml"/><Relationship Id="rId2" Type="http://schemas.openxmlformats.org/officeDocument/2006/relationships/slideLayout" Target="../slideLayouts/slideLayout893.xml"/><Relationship Id="rId14" Type="http://schemas.openxmlformats.org/officeDocument/2006/relationships/theme" Target="../theme/theme82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902.xml"/><Relationship Id="rId10" Type="http://schemas.openxmlformats.org/officeDocument/2006/relationships/slideLayout" Target="../slideLayouts/slideLayout901.xml"/><Relationship Id="rId1" Type="http://schemas.openxmlformats.org/officeDocument/2006/relationships/slideLayout" Target="../slideLayouts/slideLayout892.xml"/></Relationships>
</file>

<file path=ppt/slideMasters/_rels/slideMaster8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11.xml"/><Relationship Id="rId8" Type="http://schemas.openxmlformats.org/officeDocument/2006/relationships/slideLayout" Target="../slideLayouts/slideLayout910.xml"/><Relationship Id="rId7" Type="http://schemas.openxmlformats.org/officeDocument/2006/relationships/slideLayout" Target="../slideLayouts/slideLayout909.xml"/><Relationship Id="rId6" Type="http://schemas.openxmlformats.org/officeDocument/2006/relationships/slideLayout" Target="../slideLayouts/slideLayout908.xml"/><Relationship Id="rId5" Type="http://schemas.openxmlformats.org/officeDocument/2006/relationships/slideLayout" Target="../slideLayouts/slideLayout907.xml"/><Relationship Id="rId4" Type="http://schemas.openxmlformats.org/officeDocument/2006/relationships/slideLayout" Target="../slideLayouts/slideLayout906.xml"/><Relationship Id="rId3" Type="http://schemas.openxmlformats.org/officeDocument/2006/relationships/slideLayout" Target="../slideLayouts/slideLayout905.xml"/><Relationship Id="rId2" Type="http://schemas.openxmlformats.org/officeDocument/2006/relationships/slideLayout" Target="../slideLayouts/slideLayout904.xml"/><Relationship Id="rId14" Type="http://schemas.openxmlformats.org/officeDocument/2006/relationships/theme" Target="../theme/theme83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913.xml"/><Relationship Id="rId10" Type="http://schemas.openxmlformats.org/officeDocument/2006/relationships/slideLayout" Target="../slideLayouts/slideLayout912.xml"/><Relationship Id="rId1" Type="http://schemas.openxmlformats.org/officeDocument/2006/relationships/slideLayout" Target="../slideLayouts/slideLayout903.xml"/></Relationships>
</file>

<file path=ppt/slideMasters/_rels/slideMaster8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22.xml"/><Relationship Id="rId8" Type="http://schemas.openxmlformats.org/officeDocument/2006/relationships/slideLayout" Target="../slideLayouts/slideLayout921.xml"/><Relationship Id="rId7" Type="http://schemas.openxmlformats.org/officeDocument/2006/relationships/slideLayout" Target="../slideLayouts/slideLayout920.xml"/><Relationship Id="rId6" Type="http://schemas.openxmlformats.org/officeDocument/2006/relationships/slideLayout" Target="../slideLayouts/slideLayout919.xml"/><Relationship Id="rId5" Type="http://schemas.openxmlformats.org/officeDocument/2006/relationships/slideLayout" Target="../slideLayouts/slideLayout918.xml"/><Relationship Id="rId4" Type="http://schemas.openxmlformats.org/officeDocument/2006/relationships/slideLayout" Target="../slideLayouts/slideLayout917.xml"/><Relationship Id="rId3" Type="http://schemas.openxmlformats.org/officeDocument/2006/relationships/slideLayout" Target="../slideLayouts/slideLayout916.xml"/><Relationship Id="rId2" Type="http://schemas.openxmlformats.org/officeDocument/2006/relationships/slideLayout" Target="../slideLayouts/slideLayout915.xml"/><Relationship Id="rId14" Type="http://schemas.openxmlformats.org/officeDocument/2006/relationships/theme" Target="../theme/theme84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924.xml"/><Relationship Id="rId10" Type="http://schemas.openxmlformats.org/officeDocument/2006/relationships/slideLayout" Target="../slideLayouts/slideLayout923.xml"/><Relationship Id="rId1" Type="http://schemas.openxmlformats.org/officeDocument/2006/relationships/slideLayout" Target="../slideLayouts/slideLayout914.xml"/></Relationships>
</file>

<file path=ppt/slideMasters/_rels/slideMaster8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33.xml"/><Relationship Id="rId8" Type="http://schemas.openxmlformats.org/officeDocument/2006/relationships/slideLayout" Target="../slideLayouts/slideLayout932.xml"/><Relationship Id="rId7" Type="http://schemas.openxmlformats.org/officeDocument/2006/relationships/slideLayout" Target="../slideLayouts/slideLayout931.xml"/><Relationship Id="rId6" Type="http://schemas.openxmlformats.org/officeDocument/2006/relationships/slideLayout" Target="../slideLayouts/slideLayout930.xml"/><Relationship Id="rId5" Type="http://schemas.openxmlformats.org/officeDocument/2006/relationships/slideLayout" Target="../slideLayouts/slideLayout929.xml"/><Relationship Id="rId4" Type="http://schemas.openxmlformats.org/officeDocument/2006/relationships/slideLayout" Target="../slideLayouts/slideLayout928.xml"/><Relationship Id="rId3" Type="http://schemas.openxmlformats.org/officeDocument/2006/relationships/slideLayout" Target="../slideLayouts/slideLayout927.xml"/><Relationship Id="rId2" Type="http://schemas.openxmlformats.org/officeDocument/2006/relationships/slideLayout" Target="../slideLayouts/slideLayout926.xml"/><Relationship Id="rId14" Type="http://schemas.openxmlformats.org/officeDocument/2006/relationships/theme" Target="../theme/theme85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935.xml"/><Relationship Id="rId10" Type="http://schemas.openxmlformats.org/officeDocument/2006/relationships/slideLayout" Target="../slideLayouts/slideLayout934.xml"/><Relationship Id="rId1" Type="http://schemas.openxmlformats.org/officeDocument/2006/relationships/slideLayout" Target="../slideLayouts/slideLayout925.xml"/></Relationships>
</file>

<file path=ppt/slideMasters/_rels/slideMaster8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44.xml"/><Relationship Id="rId8" Type="http://schemas.openxmlformats.org/officeDocument/2006/relationships/slideLayout" Target="../slideLayouts/slideLayout943.xml"/><Relationship Id="rId7" Type="http://schemas.openxmlformats.org/officeDocument/2006/relationships/slideLayout" Target="../slideLayouts/slideLayout942.xml"/><Relationship Id="rId6" Type="http://schemas.openxmlformats.org/officeDocument/2006/relationships/slideLayout" Target="../slideLayouts/slideLayout941.xml"/><Relationship Id="rId5" Type="http://schemas.openxmlformats.org/officeDocument/2006/relationships/slideLayout" Target="../slideLayouts/slideLayout940.xml"/><Relationship Id="rId4" Type="http://schemas.openxmlformats.org/officeDocument/2006/relationships/slideLayout" Target="../slideLayouts/slideLayout939.xml"/><Relationship Id="rId3" Type="http://schemas.openxmlformats.org/officeDocument/2006/relationships/slideLayout" Target="../slideLayouts/slideLayout938.xml"/><Relationship Id="rId2" Type="http://schemas.openxmlformats.org/officeDocument/2006/relationships/slideLayout" Target="../slideLayouts/slideLayout937.xml"/><Relationship Id="rId14" Type="http://schemas.openxmlformats.org/officeDocument/2006/relationships/theme" Target="../theme/theme86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947.xml"/><Relationship Id="rId11" Type="http://schemas.openxmlformats.org/officeDocument/2006/relationships/slideLayout" Target="../slideLayouts/slideLayout946.xml"/><Relationship Id="rId10" Type="http://schemas.openxmlformats.org/officeDocument/2006/relationships/slideLayout" Target="../slideLayouts/slideLayout945.xml"/><Relationship Id="rId1" Type="http://schemas.openxmlformats.org/officeDocument/2006/relationships/slideLayout" Target="../slideLayouts/slideLayout9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316" tIns="39660" rIns="79316" bIns="3966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172" tIns="45586" rIns="91172" bIns="45586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72" tIns="45586" rIns="91172" bIns="45586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29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0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366" tIns="39686" rIns="79366" bIns="3968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103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1130" indent="-1511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7855" indent="-14795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7755" indent="-15430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9550" indent="-11112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36750" indent="-1130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855" tIns="39436" rIns="78855" bIns="39436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620" tIns="45307" rIns="90620" bIns="45307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205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620" tIns="45307" rIns="90620" bIns="45307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53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4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5" name="Rectangle 12"/>
          <p:cNvSpPr>
            <a:spLocks noChangeArrowheads="1"/>
          </p:cNvSpPr>
          <p:nvPr/>
        </p:nvSpPr>
        <p:spPr bwMode="auto">
          <a:xfrm>
            <a:off x="0" y="-176212"/>
            <a:ext cx="1587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04" tIns="39460" rIns="78904" bIns="3946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05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2775" indent="-1460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79500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1930" indent="-1066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4050" indent="-11112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29" tIns="39472" rIns="78929" bIns="39472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075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08" tIns="45352" rIns="90708" bIns="4535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07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08" tIns="45352" rIns="90708" bIns="4535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77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8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9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78" tIns="39496" rIns="78978" bIns="3949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308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47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79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5955" indent="-1098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4099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10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01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2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3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410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12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125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6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7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512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6147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614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149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0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1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615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17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73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4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75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717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>
    <p:fade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4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366" tIns="39686" rIns="79366" bIns="3968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922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316" tIns="39660" rIns="79316" bIns="3966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922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172" tIns="45586" rIns="91172" bIns="45586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0249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72" tIns="45586" rIns="91172" bIns="45586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1130" indent="-1511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7855" indent="-14795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7755" indent="-15430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9550" indent="-11112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36750" indent="-1130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8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366" tIns="39686" rIns="79366" bIns="3968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1024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316" tIns="39660" rIns="79316" bIns="3966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4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172" tIns="45586" rIns="91172" bIns="45586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1273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72" tIns="45586" rIns="91172" bIns="45586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1130" indent="-1511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7855" indent="-14795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7755" indent="-15430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9550" indent="-11112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36750" indent="-1130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2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366" tIns="39686" rIns="79366" bIns="3968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1126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316" tIns="39660" rIns="79316" bIns="3966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127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172" tIns="45586" rIns="91172" bIns="45586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2297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72" tIns="45586" rIns="91172" bIns="45586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1130" indent="-1511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7855" indent="-14795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7755" indent="-15430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9550" indent="-11112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36750" indent="-1130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6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366" tIns="39686" rIns="79366" bIns="3968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1229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316" tIns="39660" rIns="79316" bIns="3966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229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172" tIns="45586" rIns="91172" bIns="45586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3321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72" tIns="45586" rIns="91172" bIns="45586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1130" indent="-1511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7855" indent="-14795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7755" indent="-15430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9550" indent="-11112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36750" indent="-1130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0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366" tIns="39686" rIns="79366" bIns="3968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1331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316" tIns="39660" rIns="79316" bIns="3966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332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172" tIns="45586" rIns="91172" bIns="45586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4345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72" tIns="45586" rIns="91172" bIns="45586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1130" indent="-1511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7855" indent="-14795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7755" indent="-15430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9550" indent="-11112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36750" indent="-1130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3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4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366" tIns="39686" rIns="79366" bIns="3968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1434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316" tIns="39660" rIns="79316" bIns="3966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434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172" tIns="45586" rIns="91172" bIns="45586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5369" name="灯片编号占位符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72" tIns="45586" rIns="91172" bIns="45586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1130" indent="-1511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7855" indent="-14795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7755" indent="-15430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9550" indent="-11112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36750" indent="-1130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88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366" tIns="39686" rIns="79366" bIns="3968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1536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316" tIns="39660" rIns="79316" bIns="3966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536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172" tIns="45586" rIns="91172" bIns="45586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6393" name="灯片编号占位符 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72" tIns="45586" rIns="91172" bIns="45586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1130" indent="-1511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7855" indent="-14795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7755" indent="-15430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9550" indent="-11112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36750" indent="-1130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8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2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366" tIns="39686" rIns="79366" bIns="3968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1638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9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9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316" tIns="39660" rIns="79316" bIns="3966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639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172" tIns="45586" rIns="91172" bIns="45586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7417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72" tIns="45586" rIns="91172" bIns="45586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1130" indent="-1511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7855" indent="-14795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7755" indent="-15430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9550" indent="-11112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36750" indent="-1130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6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366" tIns="39686" rIns="79366" bIns="3968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1741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316" tIns="39660" rIns="79316" bIns="3966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741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172" tIns="45586" rIns="91172" bIns="45586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8441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72" tIns="45586" rIns="91172" bIns="45586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1130" indent="-1511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7855" indent="-14795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7755" indent="-15430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9550" indent="-11112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36750" indent="-1130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0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366" tIns="39686" rIns="79366" bIns="3968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1843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316" tIns="39660" rIns="79316" bIns="3966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844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172" tIns="45586" rIns="91172" bIns="45586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9465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72" tIns="45586" rIns="91172" bIns="45586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1130" indent="-1511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7855" indent="-14795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7755" indent="-15430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9550" indent="-11112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36750" indent="-1130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5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4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366" tIns="39686" rIns="79366" bIns="3968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1946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316" tIns="39660" rIns="79316" bIns="3966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946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172" tIns="45586" rIns="91172" bIns="45586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20489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72" tIns="45586" rIns="91172" bIns="45586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1130" indent="-1511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7855" indent="-14795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7755" indent="-15430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9550" indent="-111125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36750" indent="-113030" algn="l" defTabSz="90932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08" name="Rectangle 12"/>
          <p:cNvSpPr>
            <a:spLocks noChangeArrowheads="1"/>
          </p:cNvSpPr>
          <p:nvPr/>
        </p:nvSpPr>
        <p:spPr bwMode="auto">
          <a:xfrm>
            <a:off x="0" y="-176212"/>
            <a:ext cx="1587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04" tIns="39460" rIns="78904" bIns="3946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048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855" tIns="39436" rIns="78855" bIns="39436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048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620" tIns="45307" rIns="90620" bIns="45307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21513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620" tIns="45307" rIns="90620" bIns="45307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2775" indent="-1460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79500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1930" indent="-1066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4050" indent="-11112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0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2" name="Rectangle 12"/>
          <p:cNvSpPr>
            <a:spLocks noChangeArrowheads="1"/>
          </p:cNvSpPr>
          <p:nvPr/>
        </p:nvSpPr>
        <p:spPr bwMode="auto">
          <a:xfrm>
            <a:off x="0" y="-176212"/>
            <a:ext cx="1587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04" tIns="39460" rIns="78904" bIns="3946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150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855" tIns="39436" rIns="78855" bIns="39436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151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620" tIns="45307" rIns="90620" bIns="45307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22537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620" tIns="45307" rIns="90620" bIns="45307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2775" indent="-1460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79500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1930" indent="-1066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4050" indent="-11112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6" name="Rectangle 12"/>
          <p:cNvSpPr>
            <a:spLocks noChangeArrowheads="1"/>
          </p:cNvSpPr>
          <p:nvPr/>
        </p:nvSpPr>
        <p:spPr bwMode="auto">
          <a:xfrm>
            <a:off x="0" y="-176212"/>
            <a:ext cx="1587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04" tIns="39460" rIns="78904" bIns="3946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253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855" tIns="39436" rIns="78855" bIns="39436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253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620" tIns="45307" rIns="90620" bIns="45307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23561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620" tIns="45307" rIns="90620" bIns="45307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2775" indent="-1460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79500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1930" indent="-1066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4050" indent="-11112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0" name="Rectangle 12"/>
          <p:cNvSpPr>
            <a:spLocks noChangeArrowheads="1"/>
          </p:cNvSpPr>
          <p:nvPr/>
        </p:nvSpPr>
        <p:spPr bwMode="auto">
          <a:xfrm>
            <a:off x="0" y="-176212"/>
            <a:ext cx="1587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04" tIns="39460" rIns="78904" bIns="3946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355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855" tIns="39436" rIns="78855" bIns="39436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356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620" tIns="45307" rIns="90620" bIns="45307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24585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620" tIns="45307" rIns="90620" bIns="45307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2775" indent="-1460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79500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1930" indent="-1066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4050" indent="-11112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7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4" name="Rectangle 12"/>
          <p:cNvSpPr>
            <a:spLocks noChangeArrowheads="1"/>
          </p:cNvSpPr>
          <p:nvPr/>
        </p:nvSpPr>
        <p:spPr bwMode="auto">
          <a:xfrm>
            <a:off x="0" y="-176212"/>
            <a:ext cx="1587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04" tIns="39460" rIns="78904" bIns="3946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458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855" tIns="39436" rIns="78855" bIns="39436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458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620" tIns="45307" rIns="90620" bIns="45307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25609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620" tIns="45307" rIns="90620" bIns="45307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2775" indent="-1460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79500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1930" indent="-1066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4050" indent="-11112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8" name="Rectangle 12"/>
          <p:cNvSpPr>
            <a:spLocks noChangeArrowheads="1"/>
          </p:cNvSpPr>
          <p:nvPr/>
        </p:nvSpPr>
        <p:spPr bwMode="auto">
          <a:xfrm>
            <a:off x="0" y="-176212"/>
            <a:ext cx="1587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04" tIns="39460" rIns="78904" bIns="3946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560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855" tIns="39436" rIns="78855" bIns="39436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560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620" tIns="45307" rIns="90620" bIns="45307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26633" name="灯片编号占位符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620" tIns="45307" rIns="90620" bIns="45307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2775" indent="-1460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79500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1930" indent="-1066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4050" indent="-11112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2" name="Rectangle 12"/>
          <p:cNvSpPr>
            <a:spLocks noChangeArrowheads="1"/>
          </p:cNvSpPr>
          <p:nvPr/>
        </p:nvSpPr>
        <p:spPr bwMode="auto">
          <a:xfrm>
            <a:off x="0" y="-176212"/>
            <a:ext cx="1587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04" tIns="39460" rIns="78904" bIns="3946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662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3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3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855" tIns="39436" rIns="78855" bIns="39436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663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620" tIns="45307" rIns="90620" bIns="45307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27657" name="灯片编号占位符 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620" tIns="45307" rIns="90620" bIns="45307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2775" indent="-1460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79500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1930" indent="-1066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4050" indent="-11112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6" name="Rectangle 12"/>
          <p:cNvSpPr>
            <a:spLocks noChangeArrowheads="1"/>
          </p:cNvSpPr>
          <p:nvPr/>
        </p:nvSpPr>
        <p:spPr bwMode="auto">
          <a:xfrm>
            <a:off x="0" y="-176212"/>
            <a:ext cx="1587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04" tIns="39460" rIns="78904" bIns="3946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765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855" tIns="39436" rIns="78855" bIns="39436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765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620" tIns="45307" rIns="90620" bIns="45307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28681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620" tIns="45307" rIns="90620" bIns="45307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2775" indent="-1460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79500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1930" indent="-1066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4050" indent="-11112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0" name="Rectangle 12"/>
          <p:cNvSpPr>
            <a:spLocks noChangeArrowheads="1"/>
          </p:cNvSpPr>
          <p:nvPr/>
        </p:nvSpPr>
        <p:spPr bwMode="auto">
          <a:xfrm>
            <a:off x="0" y="-176212"/>
            <a:ext cx="1587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04" tIns="39460" rIns="78904" bIns="3946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867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855" tIns="39436" rIns="78855" bIns="39436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868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620" tIns="45307" rIns="90620" bIns="45307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29705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620" tIns="45307" rIns="90620" bIns="45307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2775" indent="-1460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79500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1930" indent="-1066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4050" indent="-11112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69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4" name="Rectangle 12"/>
          <p:cNvSpPr>
            <a:spLocks noChangeArrowheads="1"/>
          </p:cNvSpPr>
          <p:nvPr/>
        </p:nvSpPr>
        <p:spPr bwMode="auto">
          <a:xfrm>
            <a:off x="0" y="-176212"/>
            <a:ext cx="1587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04" tIns="39460" rIns="78904" bIns="3946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2970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855" tIns="39436" rIns="78855" bIns="39436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970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620" tIns="45307" rIns="90620" bIns="45307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0729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620" tIns="45307" rIns="90620" bIns="45307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2775" indent="-1460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79500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1930" indent="-1066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4050" indent="-11112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48" name="Rectangle 12"/>
          <p:cNvSpPr>
            <a:spLocks noChangeArrowheads="1"/>
          </p:cNvSpPr>
          <p:nvPr/>
        </p:nvSpPr>
        <p:spPr bwMode="auto">
          <a:xfrm>
            <a:off x="0" y="-176212"/>
            <a:ext cx="15875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04" tIns="39460" rIns="78904" bIns="3946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3072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855" tIns="39436" rIns="78855" bIns="39436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072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620" tIns="45307" rIns="90620" bIns="45307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1753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620" tIns="45307" rIns="90620" bIns="45307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2775" indent="-1460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79500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1930" indent="-1066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4050" indent="-11112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4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2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78" tIns="39496" rIns="78978" bIns="3949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3174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29" tIns="39472" rIns="78929" bIns="39472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175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08" tIns="45352" rIns="90708" bIns="4535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2777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08" tIns="45352" rIns="90708" bIns="4535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47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79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5955" indent="-1098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7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6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78" tIns="39496" rIns="78978" bIns="3949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3277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29" tIns="39472" rIns="78929" bIns="39472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277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08" tIns="45352" rIns="90708" bIns="4535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3801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08" tIns="45352" rIns="90708" bIns="4535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47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79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5955" indent="-1098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0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78" tIns="39496" rIns="78978" bIns="3949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3379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29" tIns="39472" rIns="78929" bIns="39472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380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08" tIns="45352" rIns="90708" bIns="4535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4825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08" tIns="45352" rIns="90708" bIns="4535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47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79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5955" indent="-1098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1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4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78" tIns="39496" rIns="78978" bIns="3949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3482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2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29" tIns="39472" rIns="78929" bIns="39472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482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08" tIns="45352" rIns="90708" bIns="4535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5849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08" tIns="45352" rIns="90708" bIns="4535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47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79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5955" indent="-1098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584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68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78" tIns="39496" rIns="78978" bIns="3949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3584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29" tIns="39472" rIns="78929" bIns="39472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584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08" tIns="45352" rIns="90708" bIns="4535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6873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08" tIns="45352" rIns="90708" bIns="4535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47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79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5955" indent="-1098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6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2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78" tIns="39496" rIns="78978" bIns="3949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3686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7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7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29" tIns="39472" rIns="78929" bIns="39472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687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08" tIns="45352" rIns="90708" bIns="4535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7897" name="灯片编号占位符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08" tIns="45352" rIns="90708" bIns="4535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47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79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5955" indent="-1098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789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6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78" tIns="39496" rIns="78978" bIns="3949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3789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29" tIns="39472" rIns="78929" bIns="39472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789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08" tIns="45352" rIns="90708" bIns="4535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8921" name="灯片编号占位符 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08" tIns="45352" rIns="90708" bIns="4535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47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79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5955" indent="-1098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40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78" tIns="39496" rIns="78978" bIns="3949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3891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1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29" tIns="39472" rIns="78929" bIns="39472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892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08" tIns="45352" rIns="90708" bIns="4535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9945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08" tIns="45352" rIns="90708" bIns="4535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47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79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5955" indent="-1098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993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4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78" tIns="39496" rIns="78978" bIns="3949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3994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29" tIns="39472" rIns="78929" bIns="39472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994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08" tIns="45352" rIns="90708" bIns="4535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0969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08" tIns="45352" rIns="90708" bIns="4535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47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79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5955" indent="-1098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6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88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78" tIns="39496" rIns="78978" bIns="3949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4096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6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29" tIns="39472" rIns="78929" bIns="39472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4096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08" tIns="45352" rIns="90708" bIns="4535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1993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08" tIns="45352" rIns="90708" bIns="4535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7" r:id="rId1"/>
    <p:sldLayoutId id="2147484118" r:id="rId2"/>
    <p:sldLayoutId id="2147484119" r:id="rId3"/>
    <p:sldLayoutId id="2147484120" r:id="rId4"/>
    <p:sldLayoutId id="2147484121" r:id="rId5"/>
    <p:sldLayoutId id="2147484122" r:id="rId6"/>
    <p:sldLayoutId id="2147484123" r:id="rId7"/>
    <p:sldLayoutId id="2147484124" r:id="rId8"/>
    <p:sldLayoutId id="2147484125" r:id="rId9"/>
    <p:sldLayoutId id="2147484126" r:id="rId10"/>
    <p:sldLayoutId id="214748412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47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79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5955" indent="-1098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8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2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78" tIns="39496" rIns="78978" bIns="39496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4198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9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29" tIns="39472" rIns="78929" bIns="39472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4199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08" tIns="45352" rIns="90708" bIns="4535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3017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08" tIns="45352" rIns="90708" bIns="4535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7955" indent="-1479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478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7950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5955" indent="-109855" algn="l" defTabSz="902970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1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6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4301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01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4301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4041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44" r:id="rId4"/>
    <p:sldLayoutId id="2147484145" r:id="rId5"/>
    <p:sldLayoutId id="2147484146" r:id="rId6"/>
    <p:sldLayoutId id="2147484147" r:id="rId7"/>
    <p:sldLayoutId id="2147484148" r:id="rId8"/>
    <p:sldLayoutId id="2147484149" r:id="rId9"/>
    <p:sldLayoutId id="2147484150" r:id="rId10"/>
    <p:sldLayoutId id="214748415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60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4403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3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3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4404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5065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5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4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4506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6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6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4506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6089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5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08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4608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8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4608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7113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  <p:sldLayoutId id="214748418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710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2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4710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1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1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4711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8137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56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4813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4813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9161" name="灯片编号占位符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15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80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4915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5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5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4916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0185" name="灯片编号占位符 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  <p:sldLayoutId id="2147484214" r:id="rId2"/>
    <p:sldLayoutId id="2147484215" r:id="rId3"/>
    <p:sldLayoutId id="2147484216" r:id="rId4"/>
    <p:sldLayoutId id="2147484217" r:id="rId5"/>
    <p:sldLayoutId id="2147484218" r:id="rId6"/>
    <p:sldLayoutId id="2147484219" r:id="rId7"/>
    <p:sldLayoutId id="2147484220" r:id="rId8"/>
    <p:sldLayoutId id="2147484221" r:id="rId9"/>
    <p:sldLayoutId id="2147484222" r:id="rId10"/>
    <p:sldLayoutId id="214748422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7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04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5018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18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8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5018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1209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0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28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5120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0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0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5120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2233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2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52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5222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3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3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5223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3257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3" r:id="rId5"/>
    <p:sldLayoutId id="2147484254" r:id="rId6"/>
    <p:sldLayoutId id="2147484255" r:id="rId7"/>
    <p:sldLayoutId id="2147484256" r:id="rId8"/>
    <p:sldLayoutId id="2147484257" r:id="rId9"/>
    <p:sldLayoutId id="2147484258" r:id="rId10"/>
    <p:sldLayoutId id="21474842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5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76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5325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25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5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5325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4281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66" r:id="rId6"/>
    <p:sldLayoutId id="2147484267" r:id="rId7"/>
    <p:sldLayoutId id="2147484268" r:id="rId8"/>
    <p:sldLayoutId id="2147484269" r:id="rId9"/>
    <p:sldLayoutId id="2147484270" r:id="rId10"/>
    <p:sldLayoutId id="21474842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7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300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5427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7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7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5428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5305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4" r:id="rId2"/>
    <p:sldLayoutId id="2147484275" r:id="rId3"/>
    <p:sldLayoutId id="2147484276" r:id="rId4"/>
    <p:sldLayoutId id="2147484277" r:id="rId5"/>
    <p:sldLayoutId id="2147484278" r:id="rId6"/>
    <p:sldLayoutId id="2147484279" r:id="rId7"/>
    <p:sldLayoutId id="2147484280" r:id="rId8"/>
    <p:sldLayoutId id="2147484281" r:id="rId9"/>
    <p:sldLayoutId id="2147484282" r:id="rId10"/>
    <p:sldLayoutId id="214748428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529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324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5530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30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30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5530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6329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5" r:id="rId1"/>
    <p:sldLayoutId id="2147484286" r:id="rId2"/>
    <p:sldLayoutId id="2147484287" r:id="rId3"/>
    <p:sldLayoutId id="2147484288" r:id="rId4"/>
    <p:sldLayoutId id="2147484289" r:id="rId5"/>
    <p:sldLayoutId id="2147484290" r:id="rId6"/>
    <p:sldLayoutId id="2147484291" r:id="rId7"/>
    <p:sldLayoutId id="2147484292" r:id="rId8"/>
    <p:sldLayoutId id="2147484293" r:id="rId9"/>
    <p:sldLayoutId id="2147484294" r:id="rId10"/>
    <p:sldLayoutId id="214748429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632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348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5632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32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2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5632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7353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34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372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5734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35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5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5735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8377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837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396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5837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837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7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5837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59401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22" r:id="rId2"/>
    <p:sldLayoutId id="2147484323" r:id="rId3"/>
    <p:sldLayoutId id="2147484324" r:id="rId4"/>
    <p:sldLayoutId id="2147484325" r:id="rId5"/>
    <p:sldLayoutId id="2147484326" r:id="rId6"/>
    <p:sldLayoutId id="2147484327" r:id="rId7"/>
    <p:sldLayoutId id="2147484328" r:id="rId8"/>
    <p:sldLayoutId id="2147484329" r:id="rId9"/>
    <p:sldLayoutId id="2147484330" r:id="rId10"/>
    <p:sldLayoutId id="214748433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39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20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5939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939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39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5940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60425" name="灯片编号占位符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3" r:id="rId1"/>
    <p:sldLayoutId id="2147484334" r:id="rId2"/>
    <p:sldLayoutId id="2147484335" r:id="rId3"/>
    <p:sldLayoutId id="2147484336" r:id="rId4"/>
    <p:sldLayoutId id="2147484337" r:id="rId5"/>
    <p:sldLayoutId id="2147484338" r:id="rId6"/>
    <p:sldLayoutId id="2147484339" r:id="rId7"/>
    <p:sldLayoutId id="2147484340" r:id="rId8"/>
    <p:sldLayoutId id="2147484341" r:id="rId9"/>
    <p:sldLayoutId id="2147484342" r:id="rId10"/>
    <p:sldLayoutId id="214748434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1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44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6042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042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2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6042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61449" name="灯片编号占位符 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5" r:id="rId1"/>
    <p:sldLayoutId id="2147484346" r:id="rId2"/>
    <p:sldLayoutId id="2147484347" r:id="rId3"/>
    <p:sldLayoutId id="2147484348" r:id="rId4"/>
    <p:sldLayoutId id="2147484349" r:id="rId5"/>
    <p:sldLayoutId id="2147484350" r:id="rId6"/>
    <p:sldLayoutId id="2147484351" r:id="rId7"/>
    <p:sldLayoutId id="2147484352" r:id="rId8"/>
    <p:sldLayoutId id="2147484353" r:id="rId9"/>
    <p:sldLayoutId id="2147484354" r:id="rId10"/>
    <p:sldLayoutId id="214748435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4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68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6144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4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6144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62473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7" r:id="rId1"/>
    <p:sldLayoutId id="2147484358" r:id="rId2"/>
    <p:sldLayoutId id="2147484359" r:id="rId3"/>
    <p:sldLayoutId id="2147484360" r:id="rId4"/>
    <p:sldLayoutId id="2147484361" r:id="rId5"/>
    <p:sldLayoutId id="2147484362" r:id="rId6"/>
    <p:sldLayoutId id="2147484363" r:id="rId7"/>
    <p:sldLayoutId id="2147484364" r:id="rId8"/>
    <p:sldLayoutId id="2147484365" r:id="rId9"/>
    <p:sldLayoutId id="2147484366" r:id="rId10"/>
    <p:sldLayoutId id="214748436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6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492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6246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47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7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6247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63497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69" r:id="rId1"/>
    <p:sldLayoutId id="2147484370" r:id="rId2"/>
    <p:sldLayoutId id="2147484371" r:id="rId3"/>
    <p:sldLayoutId id="2147484372" r:id="rId4"/>
    <p:sldLayoutId id="2147484373" r:id="rId5"/>
    <p:sldLayoutId id="2147484374" r:id="rId6"/>
    <p:sldLayoutId id="2147484375" r:id="rId7"/>
    <p:sldLayoutId id="2147484376" r:id="rId8"/>
    <p:sldLayoutId id="2147484377" r:id="rId9"/>
    <p:sldLayoutId id="2147484378" r:id="rId10"/>
    <p:sldLayoutId id="214748437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49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16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6349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49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6349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64521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81" r:id="rId1"/>
    <p:sldLayoutId id="2147484382" r:id="rId2"/>
    <p:sldLayoutId id="2147484383" r:id="rId3"/>
    <p:sldLayoutId id="2147484384" r:id="rId4"/>
    <p:sldLayoutId id="2147484385" r:id="rId5"/>
    <p:sldLayoutId id="2147484386" r:id="rId6"/>
    <p:sldLayoutId id="2147484387" r:id="rId7"/>
    <p:sldLayoutId id="2147484388" r:id="rId8"/>
    <p:sldLayoutId id="2147484389" r:id="rId9"/>
    <p:sldLayoutId id="2147484390" r:id="rId10"/>
    <p:sldLayoutId id="214748439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1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40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6451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1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6452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65545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3" r:id="rId1"/>
    <p:sldLayoutId id="2147484394" r:id="rId2"/>
    <p:sldLayoutId id="2147484395" r:id="rId3"/>
    <p:sldLayoutId id="2147484396" r:id="rId4"/>
    <p:sldLayoutId id="2147484397" r:id="rId5"/>
    <p:sldLayoutId id="2147484398" r:id="rId6"/>
    <p:sldLayoutId id="2147484399" r:id="rId7"/>
    <p:sldLayoutId id="2147484400" r:id="rId8"/>
    <p:sldLayoutId id="2147484401" r:id="rId9"/>
    <p:sldLayoutId id="2147484402" r:id="rId10"/>
    <p:sldLayoutId id="214748440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3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88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6554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54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4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6554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67593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6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12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6656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56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6656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68617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  <p:sldLayoutId id="2147484423" r:id="rId7"/>
    <p:sldLayoutId id="2147484424" r:id="rId8"/>
    <p:sldLayoutId id="2147484425" r:id="rId9"/>
    <p:sldLayoutId id="2147484426" r:id="rId10"/>
    <p:sldLayoutId id="214748442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8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636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6758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59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9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6759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69641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1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660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6861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1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6861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0665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963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84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6963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63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63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6964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1689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3" r:id="rId1"/>
    <p:sldLayoutId id="2147484454" r:id="rId2"/>
    <p:sldLayoutId id="2147484455" r:id="rId3"/>
    <p:sldLayoutId id="2147484456" r:id="rId4"/>
    <p:sldLayoutId id="2147484457" r:id="rId5"/>
    <p:sldLayoutId id="2147484458" r:id="rId6"/>
    <p:sldLayoutId id="2147484459" r:id="rId7"/>
    <p:sldLayoutId id="2147484460" r:id="rId8"/>
    <p:sldLayoutId id="2147484461" r:id="rId9"/>
    <p:sldLayoutId id="2147484462" r:id="rId10"/>
    <p:sldLayoutId id="214748446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065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08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7066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066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66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7066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2713" name="灯片编号占位符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5" r:id="rId1"/>
    <p:sldLayoutId id="2147484466" r:id="rId2"/>
    <p:sldLayoutId id="2147484467" r:id="rId3"/>
    <p:sldLayoutId id="2147484468" r:id="rId4"/>
    <p:sldLayoutId id="2147484469" r:id="rId5"/>
    <p:sldLayoutId id="2147484470" r:id="rId6"/>
    <p:sldLayoutId id="2147484471" r:id="rId7"/>
    <p:sldLayoutId id="2147484472" r:id="rId8"/>
    <p:sldLayoutId id="2147484473" r:id="rId9"/>
    <p:sldLayoutId id="2147484474" r:id="rId10"/>
    <p:sldLayoutId id="214748447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8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3732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7168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68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68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7168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3737" name="灯片编号占位符 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77" r:id="rId1"/>
    <p:sldLayoutId id="2147484478" r:id="rId2"/>
    <p:sldLayoutId id="2147484479" r:id="rId3"/>
    <p:sldLayoutId id="2147484480" r:id="rId4"/>
    <p:sldLayoutId id="2147484481" r:id="rId5"/>
    <p:sldLayoutId id="2147484482" r:id="rId6"/>
    <p:sldLayoutId id="2147484483" r:id="rId7"/>
    <p:sldLayoutId id="2147484484" r:id="rId8"/>
    <p:sldLayoutId id="2147484485" r:id="rId9"/>
    <p:sldLayoutId id="2147484486" r:id="rId10"/>
    <p:sldLayoutId id="214748448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0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756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7270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71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271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7271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4761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89" r:id="rId1"/>
    <p:sldLayoutId id="2147484490" r:id="rId2"/>
    <p:sldLayoutId id="2147484491" r:id="rId3"/>
    <p:sldLayoutId id="2147484492" r:id="rId4"/>
    <p:sldLayoutId id="2147484493" r:id="rId5"/>
    <p:sldLayoutId id="2147484494" r:id="rId6"/>
    <p:sldLayoutId id="2147484495" r:id="rId7"/>
    <p:sldLayoutId id="2147484496" r:id="rId8"/>
    <p:sldLayoutId id="2147484497" r:id="rId9"/>
    <p:sldLayoutId id="2147484498" r:id="rId10"/>
    <p:sldLayoutId id="214748449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373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80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7373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373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373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7373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5785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01" r:id="rId1"/>
    <p:sldLayoutId id="2147484502" r:id="rId2"/>
    <p:sldLayoutId id="2147484503" r:id="rId3"/>
    <p:sldLayoutId id="2147484504" r:id="rId4"/>
    <p:sldLayoutId id="2147484505" r:id="rId5"/>
    <p:sldLayoutId id="2147484506" r:id="rId6"/>
    <p:sldLayoutId id="2147484507" r:id="rId7"/>
    <p:sldLayoutId id="2147484508" r:id="rId8"/>
    <p:sldLayoutId id="2147484509" r:id="rId9"/>
    <p:sldLayoutId id="2147484510" r:id="rId10"/>
    <p:sldLayoutId id="214748451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475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804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7475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475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75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7476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6809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3" r:id="rId1"/>
    <p:sldLayoutId id="2147484514" r:id="rId2"/>
    <p:sldLayoutId id="2147484515" r:id="rId3"/>
    <p:sldLayoutId id="2147484516" r:id="rId4"/>
    <p:sldLayoutId id="2147484517" r:id="rId5"/>
    <p:sldLayoutId id="2147484518" r:id="rId6"/>
    <p:sldLayoutId id="2147484519" r:id="rId7"/>
    <p:sldLayoutId id="2147484520" r:id="rId8"/>
    <p:sldLayoutId id="2147484521" r:id="rId9"/>
    <p:sldLayoutId id="2147484522" r:id="rId10"/>
    <p:sldLayoutId id="214748452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7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828" name="Rectangle 12"/>
          <p:cNvSpPr>
            <a:spLocks noChangeArrowheads="1"/>
          </p:cNvSpPr>
          <p:nvPr/>
        </p:nvSpPr>
        <p:spPr bwMode="auto">
          <a:xfrm>
            <a:off x="0" y="-176212"/>
            <a:ext cx="160338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8995" tIns="39504" rIns="78995" bIns="39504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7578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78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578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8945" tIns="39480" rIns="78945" bIns="39480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7578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0728" tIns="45362" rIns="90728" bIns="45362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7833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728" tIns="45362" rIns="90728" bIns="45362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25" r:id="rId1"/>
    <p:sldLayoutId id="2147484526" r:id="rId2"/>
    <p:sldLayoutId id="2147484527" r:id="rId3"/>
    <p:sldLayoutId id="2147484528" r:id="rId4"/>
    <p:sldLayoutId id="2147484529" r:id="rId5"/>
    <p:sldLayoutId id="2147484530" r:id="rId6"/>
    <p:sldLayoutId id="2147484531" r:id="rId7"/>
    <p:sldLayoutId id="2147484532" r:id="rId8"/>
    <p:sldLayoutId id="2147484533" r:id="rId9"/>
    <p:sldLayoutId id="2147484534" r:id="rId10"/>
    <p:sldLayoutId id="214748453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49225" indent="-14922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14680" indent="-1479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1405" indent="-15430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73200" indent="-109855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29130" indent="-113030" algn="l" defTabSz="90487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80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8852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7680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680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80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7680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8857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37" r:id="rId1"/>
    <p:sldLayoutId id="2147484538" r:id="rId2"/>
    <p:sldLayoutId id="2147484539" r:id="rId3"/>
    <p:sldLayoutId id="2147484540" r:id="rId4"/>
    <p:sldLayoutId id="2147484541" r:id="rId5"/>
    <p:sldLayoutId id="2147484542" r:id="rId6"/>
    <p:sldLayoutId id="2147484543" r:id="rId7"/>
    <p:sldLayoutId id="2147484544" r:id="rId8"/>
    <p:sldLayoutId id="2147484545" r:id="rId9"/>
    <p:sldLayoutId id="2147484546" r:id="rId10"/>
    <p:sldLayoutId id="214748454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82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9876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7782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783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783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7783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79881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49" r:id="rId1"/>
    <p:sldLayoutId id="2147484550" r:id="rId2"/>
    <p:sldLayoutId id="2147484551" r:id="rId3"/>
    <p:sldLayoutId id="2147484552" r:id="rId4"/>
    <p:sldLayoutId id="2147484553" r:id="rId5"/>
    <p:sldLayoutId id="2147484554" r:id="rId6"/>
    <p:sldLayoutId id="2147484555" r:id="rId7"/>
    <p:sldLayoutId id="2147484556" r:id="rId8"/>
    <p:sldLayoutId id="2147484557" r:id="rId9"/>
    <p:sldLayoutId id="2147484558" r:id="rId10"/>
    <p:sldLayoutId id="21474845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885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0900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7885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885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885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7885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80905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1" r:id="rId1"/>
    <p:sldLayoutId id="2147484562" r:id="rId2"/>
    <p:sldLayoutId id="2147484563" r:id="rId3"/>
    <p:sldLayoutId id="2147484564" r:id="rId4"/>
    <p:sldLayoutId id="2147484565" r:id="rId5"/>
    <p:sldLayoutId id="2147484566" r:id="rId6"/>
    <p:sldLayoutId id="2147484567" r:id="rId7"/>
    <p:sldLayoutId id="2147484568" r:id="rId8"/>
    <p:sldLayoutId id="2147484569" r:id="rId9"/>
    <p:sldLayoutId id="2147484570" r:id="rId10"/>
    <p:sldLayoutId id="21474845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987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24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7987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87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87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7988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81929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73" r:id="rId1"/>
    <p:sldLayoutId id="2147484574" r:id="rId2"/>
    <p:sldLayoutId id="2147484575" r:id="rId3"/>
    <p:sldLayoutId id="2147484576" r:id="rId4"/>
    <p:sldLayoutId id="2147484577" r:id="rId5"/>
    <p:sldLayoutId id="2147484578" r:id="rId6"/>
    <p:sldLayoutId id="2147484579" r:id="rId7"/>
    <p:sldLayoutId id="2147484580" r:id="rId8"/>
    <p:sldLayoutId id="2147484581" r:id="rId9"/>
    <p:sldLayoutId id="2147484582" r:id="rId10"/>
    <p:sldLayoutId id="214748458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089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948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8090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090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090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8090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82953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85" r:id="rId1"/>
    <p:sldLayoutId id="2147484586" r:id="rId2"/>
    <p:sldLayoutId id="2147484587" r:id="rId3"/>
    <p:sldLayoutId id="2147484588" r:id="rId4"/>
    <p:sldLayoutId id="2147484589" r:id="rId5"/>
    <p:sldLayoutId id="2147484590" r:id="rId6"/>
    <p:sldLayoutId id="2147484591" r:id="rId7"/>
    <p:sldLayoutId id="2147484592" r:id="rId8"/>
    <p:sldLayoutId id="2147484593" r:id="rId9"/>
    <p:sldLayoutId id="2147484594" r:id="rId10"/>
    <p:sldLayoutId id="214748459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192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72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8192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2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2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8192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83977" name="灯片编号占位符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97" r:id="rId1"/>
    <p:sldLayoutId id="2147484598" r:id="rId2"/>
    <p:sldLayoutId id="2147484599" r:id="rId3"/>
    <p:sldLayoutId id="2147484600" r:id="rId4"/>
    <p:sldLayoutId id="2147484601" r:id="rId5"/>
    <p:sldLayoutId id="2147484602" r:id="rId6"/>
    <p:sldLayoutId id="2147484603" r:id="rId7"/>
    <p:sldLayoutId id="2147484604" r:id="rId8"/>
    <p:sldLayoutId id="2147484605" r:id="rId9"/>
    <p:sldLayoutId id="2147484606" r:id="rId10"/>
    <p:sldLayoutId id="214748460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947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4996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82949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950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51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82952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85001" name="灯片编号占位符 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9" r:id="rId1"/>
    <p:sldLayoutId id="2147484610" r:id="rId2"/>
    <p:sldLayoutId id="2147484611" r:id="rId3"/>
    <p:sldLayoutId id="2147484612" r:id="rId4"/>
    <p:sldLayoutId id="2147484613" r:id="rId5"/>
    <p:sldLayoutId id="2147484614" r:id="rId6"/>
    <p:sldLayoutId id="2147484615" r:id="rId7"/>
    <p:sldLayoutId id="2147484616" r:id="rId8"/>
    <p:sldLayoutId id="2147484617" r:id="rId9"/>
    <p:sldLayoutId id="2147484618" r:id="rId10"/>
    <p:sldLayoutId id="214748461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71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6020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83973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3974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3975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83976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86025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21" r:id="rId1"/>
    <p:sldLayoutId id="2147484622" r:id="rId2"/>
    <p:sldLayoutId id="2147484623" r:id="rId3"/>
    <p:sldLayoutId id="2147484624" r:id="rId4"/>
    <p:sldLayoutId id="2147484625" r:id="rId5"/>
    <p:sldLayoutId id="2147484626" r:id="rId6"/>
    <p:sldLayoutId id="2147484627" r:id="rId7"/>
    <p:sldLayoutId id="2147484628" r:id="rId8"/>
    <p:sldLayoutId id="2147484629" r:id="rId9"/>
    <p:sldLayoutId id="2147484630" r:id="rId10"/>
    <p:sldLayoutId id="214748463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4995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044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84997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4998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999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85000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87049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33" r:id="rId1"/>
    <p:sldLayoutId id="2147484634" r:id="rId2"/>
    <p:sldLayoutId id="2147484635" r:id="rId3"/>
    <p:sldLayoutId id="2147484636" r:id="rId4"/>
    <p:sldLayoutId id="2147484637" r:id="rId5"/>
    <p:sldLayoutId id="2147484638" r:id="rId6"/>
    <p:sldLayoutId id="2147484639" r:id="rId7"/>
    <p:sldLayoutId id="2147484640" r:id="rId8"/>
    <p:sldLayoutId id="2147484641" r:id="rId9"/>
    <p:sldLayoutId id="2147484642" r:id="rId10"/>
    <p:sldLayoutId id="214748464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6019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068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86021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6022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6023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86024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88073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5" r:id="rId1"/>
    <p:sldLayoutId id="2147484646" r:id="rId2"/>
    <p:sldLayoutId id="2147484647" r:id="rId3"/>
    <p:sldLayoutId id="2147484648" r:id="rId4"/>
    <p:sldLayoutId id="2147484649" r:id="rId5"/>
    <p:sldLayoutId id="2147484650" r:id="rId6"/>
    <p:sldLayoutId id="2147484651" r:id="rId7"/>
    <p:sldLayoutId id="2147484652" r:id="rId8"/>
    <p:sldLayoutId id="2147484653" r:id="rId9"/>
    <p:sldLayoutId id="2147484654" r:id="rId10"/>
    <p:sldLayoutId id="2147484655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Line 14"/>
          <p:cNvSpPr/>
          <p:nvPr/>
        </p:nvSpPr>
        <p:spPr>
          <a:xfrm>
            <a:off x="550863" y="103505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043" name="Line 20"/>
          <p:cNvSpPr/>
          <p:nvPr/>
        </p:nvSpPr>
        <p:spPr>
          <a:xfrm>
            <a:off x="550863" y="6146800"/>
            <a:ext cx="11010900" cy="0"/>
          </a:xfrm>
          <a:prstGeom prst="line">
            <a:avLst/>
          </a:prstGeom>
          <a:ln w="12700" cap="flat" cmpd="sng">
            <a:solidFill>
              <a:srgbClr val="062E9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9092" name="Rectangle 12"/>
          <p:cNvSpPr>
            <a:spLocks noChangeArrowheads="1"/>
          </p:cNvSpPr>
          <p:nvPr/>
        </p:nvSpPr>
        <p:spPr bwMode="auto">
          <a:xfrm>
            <a:off x="0" y="-177800"/>
            <a:ext cx="16033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9509" tIns="39755" rIns="79509" bIns="39755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87045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30238" y="6232525"/>
            <a:ext cx="1878012" cy="38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7046" name="Picture 96" descr="C:\Users\Administrator\Desktop\top_logo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12363" y="647700"/>
            <a:ext cx="1612900" cy="330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7047" name="Rectangle 2"/>
          <p:cNvSpPr>
            <a:spLocks noGrp="1"/>
          </p:cNvSpPr>
          <p:nvPr>
            <p:ph type="title"/>
          </p:nvPr>
        </p:nvSpPr>
        <p:spPr>
          <a:xfrm>
            <a:off x="584200" y="582613"/>
            <a:ext cx="9380538" cy="450850"/>
          </a:xfrm>
          <a:prstGeom prst="rect">
            <a:avLst/>
          </a:prstGeom>
          <a:noFill/>
          <a:ln w="9525">
            <a:noFill/>
          </a:ln>
        </p:spPr>
        <p:txBody>
          <a:bodyPr lIns="79458" tIns="39731" rIns="79458" bIns="39731"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87048" name="Rectangle 3"/>
          <p:cNvSpPr>
            <a:spLocks noGrp="1"/>
          </p:cNvSpPr>
          <p:nvPr>
            <p:ph type="body"/>
          </p:nvPr>
        </p:nvSpPr>
        <p:spPr>
          <a:xfrm>
            <a:off x="627063" y="1230313"/>
            <a:ext cx="10934700" cy="4851400"/>
          </a:xfrm>
          <a:prstGeom prst="rect">
            <a:avLst/>
          </a:prstGeom>
          <a:noFill/>
          <a:ln w="9525">
            <a:noFill/>
          </a:ln>
        </p:spPr>
        <p:txBody>
          <a:bodyPr lIns="91342" tIns="45671" rIns="91342" bIns="45671"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89097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07688" y="6142038"/>
            <a:ext cx="91757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42" tIns="45671" rIns="91342" bIns="45671" numCol="1" anchor="t" anchorCtr="0" compatLnSpc="1"/>
          <a:lstStyle>
            <a:lvl1pPr algn="ctr">
              <a:defRPr sz="12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  <a:sym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7" r:id="rId1"/>
    <p:sldLayoutId id="2147484658" r:id="rId2"/>
    <p:sldLayoutId id="2147484659" r:id="rId3"/>
    <p:sldLayoutId id="2147484660" r:id="rId4"/>
    <p:sldLayoutId id="2147484661" r:id="rId5"/>
    <p:sldLayoutId id="2147484662" r:id="rId6"/>
    <p:sldLayoutId id="2147484663" r:id="rId7"/>
    <p:sldLayoutId id="2147484664" r:id="rId8"/>
    <p:sldLayoutId id="2147484665" r:id="rId9"/>
    <p:sldLayoutId id="2147484666" r:id="rId10"/>
    <p:sldLayoutId id="214748466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700" b="1" kern="1200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700" b="1">
          <a:solidFill>
            <a:schemeClr val="tx1"/>
          </a:solidFill>
          <a:latin typeface="Arial" panose="020B0604020202020204" pitchFamily="34" charset="0"/>
          <a:ea typeface="楷体_GB2312" pitchFamily="49" charset="-122"/>
          <a:sym typeface="Arial" panose="020B0604020202020204" pitchFamily="34" charset="0"/>
        </a:defRPr>
      </a:lvl9pPr>
    </p:titleStyle>
    <p:bodyStyle>
      <a:lvl1pPr marL="152400" indent="-15240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1030" indent="-147955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089025" indent="-15748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482725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941830" indent="-113030" algn="l" defTabSz="911225" rtl="0" eaLnBrk="0" fontAlgn="base" hangingPunct="0">
        <a:spcBef>
          <a:spcPct val="20000"/>
        </a:spcBef>
        <a:spcAft>
          <a:spcPct val="0"/>
        </a:spcAft>
        <a:buClr>
          <a:srgbClr val="003399"/>
        </a:buClr>
        <a:buSzPct val="50000"/>
        <a:buFont typeface="Wingdings" panose="05000000000000000000" pitchFamily="2" charset="2"/>
        <a:buChar char="n"/>
        <a:defRPr sz="1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90115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69" r:id="rId1"/>
    <p:sldLayoutId id="2147484670" r:id="rId2"/>
    <p:sldLayoutId id="2147484671" r:id="rId3"/>
    <p:sldLayoutId id="2147484672" r:id="rId4"/>
    <p:sldLayoutId id="2147484673" r:id="rId5"/>
    <p:sldLayoutId id="2147484674" r:id="rId6"/>
    <p:sldLayoutId id="2147484675" r:id="rId7"/>
    <p:sldLayoutId id="2147484676" r:id="rId8"/>
    <p:sldLayoutId id="2147484677" r:id="rId9"/>
    <p:sldLayoutId id="2147484678" r:id="rId10"/>
    <p:sldLayoutId id="2147484679" r:id="rId11"/>
    <p:sldLayoutId id="2147484680" r:id="rId12"/>
  </p:sldLayoutIdLst>
  <p:transition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4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94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94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94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94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94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942.xml"/><Relationship Id="rId3" Type="http://schemas.openxmlformats.org/officeDocument/2006/relationships/tags" Target="../tags/tag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94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94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-16510"/>
            <a:ext cx="3055620" cy="6874510"/>
          </a:xfrm>
          <a:prstGeom prst="rect">
            <a:avLst/>
          </a:prstGeom>
          <a:solidFill>
            <a:srgbClr val="C0000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 flipV="1">
            <a:off x="4368165" y="3110865"/>
            <a:ext cx="7824470" cy="762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 w="12700">
            <a:miter lim="400000"/>
          </a:ln>
        </p:spPr>
        <p:txBody>
          <a:bodyPr lIns="45718" tIns="45719" rIns="45718" bIns="45719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68165" y="1772920"/>
            <a:ext cx="2040890" cy="1568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9600" b="1" dirty="0">
                <a:ln w="22225">
                  <a:solidFill>
                    <a:schemeClr val="accent2"/>
                  </a:solidFill>
                  <a:prstDash val="solid"/>
                </a:ln>
                <a:noFill/>
                <a:effectLst/>
                <a:latin typeface="微软雅黑" panose="020B0503020204020204" charset="-122"/>
                <a:ea typeface="微软雅黑" panose="020B0503020204020204" charset="-122"/>
              </a:rPr>
              <a:t>02 </a:t>
            </a:r>
            <a:endParaRPr lang="zh-CN" altLang="en-US" sz="4800" b="1" dirty="0">
              <a:ln w="22225">
                <a:solidFill>
                  <a:schemeClr val="accent2"/>
                </a:solidFill>
                <a:prstDash val="solid"/>
              </a:ln>
              <a:noFill/>
              <a:effectLst/>
              <a:latin typeface="华文琥珀" panose="02010800040101010101" charset="-122"/>
              <a:ea typeface="华文琥珀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67755" y="2061210"/>
            <a:ext cx="51168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组合设计思路</a:t>
            </a:r>
            <a:endParaRPr lang="zh-CN" altLang="en-US" sz="6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49365" y="3429000"/>
            <a:ext cx="4752975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5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综合配置体系</a:t>
            </a:r>
            <a:endParaRPr lang="en-US" altLang="zh-CN" sz="2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ts val="35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子基金筛选体系</a:t>
            </a:r>
            <a:endParaRPr lang="en-US" altLang="zh-CN" sz="2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ts val="35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风控机制</a:t>
            </a:r>
            <a:endParaRPr lang="zh-CN" altLang="en-US" sz="2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341485" y="45085"/>
            <a:ext cx="2720340" cy="385445"/>
            <a:chOff x="12826" y="541"/>
            <a:chExt cx="4284" cy="748"/>
          </a:xfrm>
        </p:grpSpPr>
        <p:pic>
          <p:nvPicPr>
            <p:cNvPr id="9" name="image 105"/>
            <p:cNvPicPr>
              <a:picLocks noChangeAspect="1"/>
            </p:cNvPicPr>
            <p:nvPr/>
          </p:nvPicPr>
          <p:blipFill>
            <a:blip r:embed="rId1"/>
            <a:srcRect t="364" b="364"/>
            <a:stretch>
              <a:fillRect/>
            </a:stretch>
          </p:blipFill>
          <p:spPr>
            <a:xfrm>
              <a:off x="12826" y="655"/>
              <a:ext cx="1837" cy="556"/>
            </a:xfrm>
            <a:prstGeom prst="rect">
              <a:avLst/>
            </a:prstGeom>
          </p:spPr>
        </p:pic>
        <p:pic>
          <p:nvPicPr>
            <p:cNvPr id="11" name="图片 10" descr="图形用户界面, 文本, 应用程序&#10;&#10;描述已自动生成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EFFFF"/>
                </a:clrFrom>
                <a:clrTo>
                  <a:srgbClr val="FE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341" r="50000" b="59279"/>
            <a:stretch>
              <a:fillRect/>
            </a:stretch>
          </p:blipFill>
          <p:spPr>
            <a:xfrm>
              <a:off x="14858" y="541"/>
              <a:ext cx="2252" cy="748"/>
            </a:xfrm>
            <a:prstGeom prst="rect">
              <a:avLst/>
            </a:prstGeom>
          </p:spPr>
        </p:pic>
      </p:grpSp>
      <p:sp>
        <p:nvSpPr>
          <p:cNvPr id="18" name="灯片编号占位符 34"/>
          <p:cNvSpPr>
            <a:spLocks noGrp="1"/>
          </p:cNvSpPr>
          <p:nvPr/>
        </p:nvSpPr>
        <p:spPr>
          <a:xfrm>
            <a:off x="944911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ysClr val="windowText" lastClr="000000">
                    <a:tint val="75000"/>
                  </a:sys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EE115F-7823-4208-B7EA-325D443B55B7}" type="slidenum">
              <a:rPr lang="zh-CN" altLang="en-US" b="1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0" y="6930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等腰三角形 10"/>
          <p:cNvSpPr/>
          <p:nvPr/>
        </p:nvSpPr>
        <p:spPr>
          <a:xfrm rot="16200000" flipH="1" flipV="1">
            <a:off x="266571" y="258286"/>
            <a:ext cx="352693" cy="280018"/>
          </a:xfrm>
          <a:prstGeom prst="triangl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1" name="TextBox 3"/>
          <p:cNvSpPr txBox="1"/>
          <p:nvPr/>
        </p:nvSpPr>
        <p:spPr>
          <a:xfrm>
            <a:off x="708576" y="168108"/>
            <a:ext cx="8787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组合基本要素</a:t>
            </a:r>
            <a:endParaRPr lang="zh-CN" altLang="en-US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341485" y="207213"/>
            <a:ext cx="2720340" cy="385445"/>
            <a:chOff x="12826" y="541"/>
            <a:chExt cx="4284" cy="748"/>
          </a:xfrm>
        </p:grpSpPr>
        <p:pic>
          <p:nvPicPr>
            <p:cNvPr id="10" name="image 105"/>
            <p:cNvPicPr>
              <a:picLocks noChangeAspect="1"/>
            </p:cNvPicPr>
            <p:nvPr/>
          </p:nvPicPr>
          <p:blipFill>
            <a:blip r:embed="rId1"/>
            <a:srcRect t="364" b="364"/>
            <a:stretch>
              <a:fillRect/>
            </a:stretch>
          </p:blipFill>
          <p:spPr>
            <a:xfrm>
              <a:off x="12826" y="655"/>
              <a:ext cx="1837" cy="556"/>
            </a:xfrm>
            <a:prstGeom prst="rect">
              <a:avLst/>
            </a:prstGeom>
          </p:spPr>
        </p:pic>
        <p:pic>
          <p:nvPicPr>
            <p:cNvPr id="26" name="图片 25" descr="图形用户界面, 文本, 应用程序&#10;&#10;描述已自动生成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EFFFF"/>
                </a:clrFrom>
                <a:clrTo>
                  <a:srgbClr val="FE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341" r="50000" b="59279"/>
            <a:stretch>
              <a:fillRect/>
            </a:stretch>
          </p:blipFill>
          <p:spPr>
            <a:xfrm>
              <a:off x="14858" y="541"/>
              <a:ext cx="2252" cy="748"/>
            </a:xfrm>
            <a:prstGeom prst="rect">
              <a:avLst/>
            </a:prstGeom>
          </p:spPr>
        </p:pic>
      </p:grpSp>
      <p:sp>
        <p:nvSpPr>
          <p:cNvPr id="2" name="灯片编号占位符 34"/>
          <p:cNvSpPr>
            <a:spLocks noGrp="1"/>
          </p:cNvSpPr>
          <p:nvPr/>
        </p:nvSpPr>
        <p:spPr>
          <a:xfrm>
            <a:off x="944911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ysClr val="windowText" lastClr="000000">
                    <a:tint val="75000"/>
                  </a:sys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EE115F-7823-4208-B7EA-325D443B55B7}" type="slidenum">
              <a:rPr lang="zh-CN" altLang="en-US" b="1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内容占位符 3"/>
          <p:cNvSpPr>
            <a:spLocks noGrp="1"/>
          </p:cNvSpPr>
          <p:nvPr/>
        </p:nvSpPr>
        <p:spPr>
          <a:xfrm>
            <a:off x="666998" y="1125032"/>
            <a:ext cx="11332920" cy="5033190"/>
          </a:xfrm>
          <a:prstGeom prst="rect">
            <a:avLst/>
          </a:prstGeom>
        </p:spPr>
        <p:txBody>
          <a:bodyPr vert="horz" lIns="137160" tIns="68580" rIns="137160" bIns="6858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组合名称</a:t>
            </a:r>
            <a:r>
              <a:rPr lang="zh-CN" altLang="en-US" sz="14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时代前瞻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业绩比较基准</a:t>
            </a:r>
            <a:r>
              <a:rPr lang="zh-CN" altLang="en-US" sz="1400" b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zh-CN" sz="1400" b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中证</a:t>
            </a:r>
            <a:r>
              <a:rPr lang="en-US" altLang="zh-CN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800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指数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*7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 + </a:t>
            </a:r>
            <a:r>
              <a:rPr lang="zh-CN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货币基金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</a:t>
            </a: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账户管理费：</a:t>
            </a:r>
            <a:endParaRPr lang="zh-CN" altLang="en-US" sz="1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1.2%/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endParaRPr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投资理念：</a:t>
            </a:r>
            <a:endParaRPr lang="en-US" altLang="zh-CN" sz="1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sz="1400" b="0" dirty="0">
                <a:latin typeface="微软雅黑" panose="020B0503020204020204" charset="-122"/>
                <a:ea typeface="微软雅黑" panose="020B0503020204020204" charset="-122"/>
                <a:cs typeface="华文楷体" panose="02010600040101010101" pitchFamily="2" charset="-122"/>
                <a:sym typeface="+mn-ea"/>
              </a:rPr>
              <a:t>坚持“顺势而为、控制回撤”的投资理念，采用“核心+卫星”的组合管理方式，核心仓位主要配置宽基指数及指增类产品，保持在40%以上的水平；卫星仓位通过四维打分模型分散配置于热点风口板块，力求在获取中长期收益的同时，有效控制净值波动和回撤风险。</a:t>
            </a:r>
            <a:endParaRPr lang="en-US" sz="1400" b="0" dirty="0">
              <a:latin typeface="微软雅黑" panose="020B0503020204020204" charset="-122"/>
              <a:ea typeface="微软雅黑" panose="020B0503020204020204" charset="-122"/>
              <a:cs typeface="华文楷体" panose="02010600040101010101" pitchFamily="2" charset="-122"/>
              <a:sym typeface="+mn-ea"/>
            </a:endParaRP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投资范围：</a:t>
            </a:r>
            <a:endParaRPr lang="zh-CN" altLang="en-US" sz="1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权益类基金投资比例为 </a:t>
            </a:r>
            <a:r>
              <a:rPr lang="en-US" altLang="zh-CN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40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%—100%，包括国内权益类资产等；货币市场基金比例0%—100%；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投资目标：</a:t>
            </a:r>
            <a:endParaRPr lang="zh-CN" altLang="en-US" sz="1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fontAlgn="auto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聚焦核心资产作为配置底仓，选择高景气赛道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捉趋势性机会，力求提供一个牛市上涨跟得上，熊市下跌亏得少的长期投资工具</a:t>
            </a:r>
            <a:endParaRPr lang="zh-CN" altLang="en-US" sz="1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0" y="6930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等腰三角形 10"/>
          <p:cNvSpPr/>
          <p:nvPr/>
        </p:nvSpPr>
        <p:spPr>
          <a:xfrm rot="16200000" flipH="1" flipV="1">
            <a:off x="266571" y="258286"/>
            <a:ext cx="352693" cy="280018"/>
          </a:xfrm>
          <a:prstGeom prst="triangl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1" name="TextBox 3"/>
          <p:cNvSpPr txBox="1"/>
          <p:nvPr/>
        </p:nvSpPr>
        <p:spPr>
          <a:xfrm>
            <a:off x="708576" y="168108"/>
            <a:ext cx="878780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综合配置体系（核心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+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卫星配置）</a:t>
            </a:r>
            <a:endParaRPr lang="zh-CN" altLang="en-US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341485" y="207213"/>
            <a:ext cx="2720340" cy="385445"/>
            <a:chOff x="12826" y="541"/>
            <a:chExt cx="4284" cy="748"/>
          </a:xfrm>
        </p:grpSpPr>
        <p:pic>
          <p:nvPicPr>
            <p:cNvPr id="10" name="image 105"/>
            <p:cNvPicPr>
              <a:picLocks noChangeAspect="1"/>
            </p:cNvPicPr>
            <p:nvPr/>
          </p:nvPicPr>
          <p:blipFill>
            <a:blip r:embed="rId1"/>
            <a:srcRect t="364" b="364"/>
            <a:stretch>
              <a:fillRect/>
            </a:stretch>
          </p:blipFill>
          <p:spPr>
            <a:xfrm>
              <a:off x="12826" y="655"/>
              <a:ext cx="1837" cy="556"/>
            </a:xfrm>
            <a:prstGeom prst="rect">
              <a:avLst/>
            </a:prstGeom>
          </p:spPr>
        </p:pic>
        <p:pic>
          <p:nvPicPr>
            <p:cNvPr id="26" name="图片 25" descr="图形用户界面, 文本, 应用程序&#10;&#10;描述已自动生成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EFFFF"/>
                </a:clrFrom>
                <a:clrTo>
                  <a:srgbClr val="FE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341" r="50000" b="59279"/>
            <a:stretch>
              <a:fillRect/>
            </a:stretch>
          </p:blipFill>
          <p:spPr>
            <a:xfrm>
              <a:off x="14858" y="541"/>
              <a:ext cx="2252" cy="748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1648460" y="1273175"/>
            <a:ext cx="5939155" cy="4909185"/>
            <a:chOff x="798918" y="1333382"/>
            <a:chExt cx="5939012" cy="4547296"/>
          </a:xfrm>
        </p:grpSpPr>
        <p:grpSp>
          <p:nvGrpSpPr>
            <p:cNvPr id="12" name="iśļîḋé"/>
            <p:cNvGrpSpPr/>
            <p:nvPr/>
          </p:nvGrpSpPr>
          <p:grpSpPr>
            <a:xfrm>
              <a:off x="798918" y="1333382"/>
              <a:ext cx="5939012" cy="4547296"/>
              <a:chOff x="3512704" y="1447800"/>
              <a:chExt cx="5119688" cy="4402138"/>
            </a:xfrm>
          </p:grpSpPr>
          <p:sp>
            <p:nvSpPr>
              <p:cNvPr id="24" name="ïsḷîḓé"/>
              <p:cNvSpPr/>
              <p:nvPr/>
            </p:nvSpPr>
            <p:spPr bwMode="auto">
              <a:xfrm>
                <a:off x="5332413" y="2730593"/>
                <a:ext cx="1430882" cy="325628"/>
              </a:xfrm>
              <a:custGeom>
                <a:avLst/>
                <a:gdLst>
                  <a:gd name="T0" fmla="*/ 0 w 788"/>
                  <a:gd name="T1" fmla="*/ 297 h 297"/>
                  <a:gd name="T2" fmla="*/ 367 w 788"/>
                  <a:gd name="T3" fmla="*/ 297 h 297"/>
                  <a:gd name="T4" fmla="*/ 788 w 788"/>
                  <a:gd name="T5" fmla="*/ 0 h 297"/>
                  <a:gd name="T6" fmla="*/ 392 w 788"/>
                  <a:gd name="T7" fmla="*/ 0 h 297"/>
                  <a:gd name="T8" fmla="*/ 0 w 788"/>
                  <a:gd name="T9" fmla="*/ 297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8" h="297">
                    <a:moveTo>
                      <a:pt x="0" y="297"/>
                    </a:moveTo>
                    <a:lnTo>
                      <a:pt x="367" y="297"/>
                    </a:lnTo>
                    <a:lnTo>
                      <a:pt x="788" y="0"/>
                    </a:lnTo>
                    <a:lnTo>
                      <a:pt x="392" y="0"/>
                    </a:lnTo>
                    <a:lnTo>
                      <a:pt x="0" y="297"/>
                    </a:lnTo>
                    <a:close/>
                  </a:path>
                </a:pathLst>
              </a:custGeom>
              <a:solidFill>
                <a:srgbClr val="778495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5" name="išḻíḋé"/>
              <p:cNvSpPr/>
              <p:nvPr/>
            </p:nvSpPr>
            <p:spPr bwMode="auto">
              <a:xfrm>
                <a:off x="5332413" y="2290763"/>
                <a:ext cx="1250950" cy="471488"/>
              </a:xfrm>
              <a:custGeom>
                <a:avLst/>
                <a:gdLst>
                  <a:gd name="T0" fmla="*/ 0 w 788"/>
                  <a:gd name="T1" fmla="*/ 297 h 297"/>
                  <a:gd name="T2" fmla="*/ 367 w 788"/>
                  <a:gd name="T3" fmla="*/ 297 h 297"/>
                  <a:gd name="T4" fmla="*/ 788 w 788"/>
                  <a:gd name="T5" fmla="*/ 0 h 297"/>
                  <a:gd name="T6" fmla="*/ 392 w 788"/>
                  <a:gd name="T7" fmla="*/ 0 h 297"/>
                  <a:gd name="T8" fmla="*/ 0 w 788"/>
                  <a:gd name="T9" fmla="*/ 297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8" h="297">
                    <a:moveTo>
                      <a:pt x="0" y="297"/>
                    </a:moveTo>
                    <a:lnTo>
                      <a:pt x="367" y="297"/>
                    </a:lnTo>
                    <a:lnTo>
                      <a:pt x="788" y="0"/>
                    </a:lnTo>
                    <a:lnTo>
                      <a:pt x="392" y="0"/>
                    </a:lnTo>
                    <a:lnTo>
                      <a:pt x="0" y="29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7" name="íṡlîďé"/>
              <p:cNvSpPr/>
              <p:nvPr/>
            </p:nvSpPr>
            <p:spPr bwMode="auto">
              <a:xfrm>
                <a:off x="4634264" y="3727433"/>
                <a:ext cx="2707162" cy="358069"/>
              </a:xfrm>
              <a:custGeom>
                <a:avLst/>
                <a:gdLst>
                  <a:gd name="T0" fmla="*/ 0 w 1644"/>
                  <a:gd name="T1" fmla="*/ 298 h 298"/>
                  <a:gd name="T2" fmla="*/ 1045 w 1644"/>
                  <a:gd name="T3" fmla="*/ 298 h 298"/>
                  <a:gd name="T4" fmla="*/ 1644 w 1644"/>
                  <a:gd name="T5" fmla="*/ 0 h 298"/>
                  <a:gd name="T6" fmla="*/ 519 w 1644"/>
                  <a:gd name="T7" fmla="*/ 0 h 298"/>
                  <a:gd name="T8" fmla="*/ 0 w 1644"/>
                  <a:gd name="T9" fmla="*/ 298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44" h="298">
                    <a:moveTo>
                      <a:pt x="0" y="298"/>
                    </a:moveTo>
                    <a:lnTo>
                      <a:pt x="1045" y="298"/>
                    </a:lnTo>
                    <a:lnTo>
                      <a:pt x="1644" y="0"/>
                    </a:lnTo>
                    <a:lnTo>
                      <a:pt x="519" y="0"/>
                    </a:lnTo>
                    <a:lnTo>
                      <a:pt x="0" y="298"/>
                    </a:lnTo>
                    <a:close/>
                  </a:path>
                </a:pathLst>
              </a:custGeom>
              <a:solidFill>
                <a:srgbClr val="778495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8" name="îşḷiďé"/>
              <p:cNvSpPr/>
              <p:nvPr/>
            </p:nvSpPr>
            <p:spPr bwMode="auto">
              <a:xfrm>
                <a:off x="4652963" y="3459163"/>
                <a:ext cx="2609850" cy="473075"/>
              </a:xfrm>
              <a:custGeom>
                <a:avLst/>
                <a:gdLst>
                  <a:gd name="T0" fmla="*/ 0 w 1644"/>
                  <a:gd name="T1" fmla="*/ 298 h 298"/>
                  <a:gd name="T2" fmla="*/ 1045 w 1644"/>
                  <a:gd name="T3" fmla="*/ 298 h 298"/>
                  <a:gd name="T4" fmla="*/ 1644 w 1644"/>
                  <a:gd name="T5" fmla="*/ 0 h 298"/>
                  <a:gd name="T6" fmla="*/ 519 w 1644"/>
                  <a:gd name="T7" fmla="*/ 0 h 298"/>
                  <a:gd name="T8" fmla="*/ 0 w 1644"/>
                  <a:gd name="T9" fmla="*/ 298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44" h="298">
                    <a:moveTo>
                      <a:pt x="0" y="298"/>
                    </a:moveTo>
                    <a:lnTo>
                      <a:pt x="1045" y="298"/>
                    </a:lnTo>
                    <a:lnTo>
                      <a:pt x="1644" y="0"/>
                    </a:lnTo>
                    <a:lnTo>
                      <a:pt x="519" y="0"/>
                    </a:lnTo>
                    <a:lnTo>
                      <a:pt x="0" y="29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9" name="îşḷiḍê"/>
              <p:cNvSpPr/>
              <p:nvPr/>
            </p:nvSpPr>
            <p:spPr bwMode="auto">
              <a:xfrm>
                <a:off x="3973513" y="4775009"/>
                <a:ext cx="3963988" cy="325628"/>
              </a:xfrm>
              <a:custGeom>
                <a:avLst/>
                <a:gdLst>
                  <a:gd name="T0" fmla="*/ 0 w 2497"/>
                  <a:gd name="T1" fmla="*/ 297 h 297"/>
                  <a:gd name="T2" fmla="*/ 1747 w 2497"/>
                  <a:gd name="T3" fmla="*/ 297 h 297"/>
                  <a:gd name="T4" fmla="*/ 2497 w 2497"/>
                  <a:gd name="T5" fmla="*/ 0 h 297"/>
                  <a:gd name="T6" fmla="*/ 685 w 2497"/>
                  <a:gd name="T7" fmla="*/ 0 h 297"/>
                  <a:gd name="T8" fmla="*/ 0 w 2497"/>
                  <a:gd name="T9" fmla="*/ 297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97" h="297">
                    <a:moveTo>
                      <a:pt x="0" y="297"/>
                    </a:moveTo>
                    <a:lnTo>
                      <a:pt x="1747" y="297"/>
                    </a:lnTo>
                    <a:lnTo>
                      <a:pt x="2497" y="0"/>
                    </a:lnTo>
                    <a:lnTo>
                      <a:pt x="685" y="0"/>
                    </a:lnTo>
                    <a:lnTo>
                      <a:pt x="0" y="297"/>
                    </a:lnTo>
                    <a:close/>
                  </a:path>
                </a:pathLst>
              </a:custGeom>
              <a:solidFill>
                <a:srgbClr val="778495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0" name="ïsḻidê"/>
              <p:cNvSpPr/>
              <p:nvPr/>
            </p:nvSpPr>
            <p:spPr bwMode="auto">
              <a:xfrm>
                <a:off x="3973513" y="4629150"/>
                <a:ext cx="3963988" cy="471488"/>
              </a:xfrm>
              <a:custGeom>
                <a:avLst/>
                <a:gdLst>
                  <a:gd name="T0" fmla="*/ 0 w 2497"/>
                  <a:gd name="T1" fmla="*/ 297 h 297"/>
                  <a:gd name="T2" fmla="*/ 1747 w 2497"/>
                  <a:gd name="T3" fmla="*/ 297 h 297"/>
                  <a:gd name="T4" fmla="*/ 2497 w 2497"/>
                  <a:gd name="T5" fmla="*/ 0 h 297"/>
                  <a:gd name="T6" fmla="*/ 685 w 2497"/>
                  <a:gd name="T7" fmla="*/ 0 h 297"/>
                  <a:gd name="T8" fmla="*/ 0 w 2497"/>
                  <a:gd name="T9" fmla="*/ 297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97" h="297">
                    <a:moveTo>
                      <a:pt x="0" y="297"/>
                    </a:moveTo>
                    <a:lnTo>
                      <a:pt x="1747" y="297"/>
                    </a:lnTo>
                    <a:lnTo>
                      <a:pt x="2497" y="0"/>
                    </a:lnTo>
                    <a:lnTo>
                      <a:pt x="685" y="0"/>
                    </a:lnTo>
                    <a:lnTo>
                      <a:pt x="0" y="29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1" name="íṩlíḋé"/>
              <p:cNvSpPr/>
              <p:nvPr/>
            </p:nvSpPr>
            <p:spPr bwMode="auto">
              <a:xfrm>
                <a:off x="3512704" y="5100638"/>
                <a:ext cx="5119688" cy="749300"/>
              </a:xfrm>
              <a:custGeom>
                <a:avLst/>
                <a:gdLst>
                  <a:gd name="T0" fmla="*/ 2950 w 3225"/>
                  <a:gd name="T1" fmla="*/ 0 h 472"/>
                  <a:gd name="T2" fmla="*/ 2023 w 3225"/>
                  <a:gd name="T3" fmla="*/ 0 h 472"/>
                  <a:gd name="T4" fmla="*/ 276 w 3225"/>
                  <a:gd name="T5" fmla="*/ 0 h 472"/>
                  <a:gd name="T6" fmla="*/ 275 w 3225"/>
                  <a:gd name="T7" fmla="*/ 0 h 472"/>
                  <a:gd name="T8" fmla="*/ 0 w 3225"/>
                  <a:gd name="T9" fmla="*/ 472 h 472"/>
                  <a:gd name="T10" fmla="*/ 3225 w 3225"/>
                  <a:gd name="T11" fmla="*/ 472 h 472"/>
                  <a:gd name="T12" fmla="*/ 2950 w 3225"/>
                  <a:gd name="T13" fmla="*/ 0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25" h="472">
                    <a:moveTo>
                      <a:pt x="2950" y="0"/>
                    </a:moveTo>
                    <a:lnTo>
                      <a:pt x="2023" y="0"/>
                    </a:lnTo>
                    <a:lnTo>
                      <a:pt x="276" y="0"/>
                    </a:lnTo>
                    <a:lnTo>
                      <a:pt x="275" y="0"/>
                    </a:lnTo>
                    <a:lnTo>
                      <a:pt x="0" y="472"/>
                    </a:lnTo>
                    <a:lnTo>
                      <a:pt x="3225" y="472"/>
                    </a:lnTo>
                    <a:lnTo>
                      <a:pt x="2950" y="0"/>
                    </a:lnTo>
                    <a:close/>
                  </a:path>
                </a:pathLst>
              </a:custGeom>
              <a:solidFill>
                <a:srgbClr val="DA251C">
                  <a:lumMod val="20000"/>
                  <a:lumOff val="8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iSlîḓe"/>
              <p:cNvSpPr/>
              <p:nvPr/>
            </p:nvSpPr>
            <p:spPr bwMode="auto">
              <a:xfrm>
                <a:off x="3535363" y="5100638"/>
                <a:ext cx="4883044" cy="749300"/>
              </a:xfrm>
              <a:custGeom>
                <a:avLst/>
                <a:gdLst>
                  <a:gd name="T0" fmla="*/ 2950 w 3225"/>
                  <a:gd name="T1" fmla="*/ 0 h 472"/>
                  <a:gd name="T2" fmla="*/ 2023 w 3225"/>
                  <a:gd name="T3" fmla="*/ 0 h 472"/>
                  <a:gd name="T4" fmla="*/ 276 w 3225"/>
                  <a:gd name="T5" fmla="*/ 0 h 472"/>
                  <a:gd name="T6" fmla="*/ 275 w 3225"/>
                  <a:gd name="T7" fmla="*/ 0 h 472"/>
                  <a:gd name="T8" fmla="*/ 0 w 3225"/>
                  <a:gd name="T9" fmla="*/ 472 h 472"/>
                  <a:gd name="T10" fmla="*/ 3225 w 3225"/>
                  <a:gd name="T11" fmla="*/ 472 h 472"/>
                  <a:gd name="T12" fmla="*/ 2950 w 3225"/>
                  <a:gd name="T13" fmla="*/ 0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25" h="472">
                    <a:moveTo>
                      <a:pt x="2950" y="0"/>
                    </a:moveTo>
                    <a:lnTo>
                      <a:pt x="2023" y="0"/>
                    </a:lnTo>
                    <a:lnTo>
                      <a:pt x="276" y="0"/>
                    </a:lnTo>
                    <a:lnTo>
                      <a:pt x="275" y="0"/>
                    </a:lnTo>
                    <a:lnTo>
                      <a:pt x="0" y="472"/>
                    </a:lnTo>
                    <a:lnTo>
                      <a:pt x="3225" y="472"/>
                    </a:lnTo>
                    <a:lnTo>
                      <a:pt x="29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3" name="íṥlïďè"/>
              <p:cNvSpPr/>
              <p:nvPr/>
            </p:nvSpPr>
            <p:spPr bwMode="auto">
              <a:xfrm>
                <a:off x="4870102" y="3046647"/>
                <a:ext cx="2471323" cy="696913"/>
              </a:xfrm>
              <a:custGeom>
                <a:avLst/>
                <a:gdLst>
                  <a:gd name="T0" fmla="*/ 1218 w 1473"/>
                  <a:gd name="T1" fmla="*/ 0 h 439"/>
                  <a:gd name="T2" fmla="*/ 624 w 1473"/>
                  <a:gd name="T3" fmla="*/ 0 h 439"/>
                  <a:gd name="T4" fmla="*/ 257 w 1473"/>
                  <a:gd name="T5" fmla="*/ 0 h 439"/>
                  <a:gd name="T6" fmla="*/ 256 w 1473"/>
                  <a:gd name="T7" fmla="*/ 0 h 439"/>
                  <a:gd name="T8" fmla="*/ 0 w 1473"/>
                  <a:gd name="T9" fmla="*/ 439 h 439"/>
                  <a:gd name="T10" fmla="*/ 1473 w 1473"/>
                  <a:gd name="T11" fmla="*/ 439 h 439"/>
                  <a:gd name="T12" fmla="*/ 1218 w 1473"/>
                  <a:gd name="T13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3" h="439">
                    <a:moveTo>
                      <a:pt x="1218" y="0"/>
                    </a:moveTo>
                    <a:lnTo>
                      <a:pt x="624" y="0"/>
                    </a:lnTo>
                    <a:lnTo>
                      <a:pt x="257" y="0"/>
                    </a:lnTo>
                    <a:lnTo>
                      <a:pt x="256" y="0"/>
                    </a:lnTo>
                    <a:lnTo>
                      <a:pt x="0" y="439"/>
                    </a:lnTo>
                    <a:lnTo>
                      <a:pt x="1473" y="439"/>
                    </a:lnTo>
                    <a:lnTo>
                      <a:pt x="1218" y="0"/>
                    </a:lnTo>
                    <a:close/>
                  </a:path>
                </a:pathLst>
              </a:custGeom>
              <a:solidFill>
                <a:srgbClr val="DA251C">
                  <a:lumMod val="20000"/>
                  <a:lumOff val="8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4" name="îṥliḓê"/>
              <p:cNvSpPr/>
              <p:nvPr/>
            </p:nvSpPr>
            <p:spPr bwMode="auto">
              <a:xfrm>
                <a:off x="4924426" y="2762250"/>
                <a:ext cx="2338388" cy="696913"/>
              </a:xfrm>
              <a:custGeom>
                <a:avLst/>
                <a:gdLst>
                  <a:gd name="T0" fmla="*/ 1218 w 1473"/>
                  <a:gd name="T1" fmla="*/ 0 h 439"/>
                  <a:gd name="T2" fmla="*/ 624 w 1473"/>
                  <a:gd name="T3" fmla="*/ 0 h 439"/>
                  <a:gd name="T4" fmla="*/ 257 w 1473"/>
                  <a:gd name="T5" fmla="*/ 0 h 439"/>
                  <a:gd name="T6" fmla="*/ 256 w 1473"/>
                  <a:gd name="T7" fmla="*/ 0 h 439"/>
                  <a:gd name="T8" fmla="*/ 0 w 1473"/>
                  <a:gd name="T9" fmla="*/ 439 h 439"/>
                  <a:gd name="T10" fmla="*/ 1473 w 1473"/>
                  <a:gd name="T11" fmla="*/ 439 h 439"/>
                  <a:gd name="T12" fmla="*/ 1218 w 1473"/>
                  <a:gd name="T13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3" h="439">
                    <a:moveTo>
                      <a:pt x="1218" y="0"/>
                    </a:moveTo>
                    <a:lnTo>
                      <a:pt x="624" y="0"/>
                    </a:lnTo>
                    <a:lnTo>
                      <a:pt x="257" y="0"/>
                    </a:lnTo>
                    <a:lnTo>
                      <a:pt x="256" y="0"/>
                    </a:lnTo>
                    <a:lnTo>
                      <a:pt x="0" y="439"/>
                    </a:lnTo>
                    <a:lnTo>
                      <a:pt x="1473" y="439"/>
                    </a:lnTo>
                    <a:lnTo>
                      <a:pt x="121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5" name="îşľïḑe"/>
              <p:cNvSpPr/>
              <p:nvPr/>
            </p:nvSpPr>
            <p:spPr bwMode="auto">
              <a:xfrm>
                <a:off x="4226277" y="4085994"/>
                <a:ext cx="3700463" cy="696913"/>
              </a:xfrm>
              <a:custGeom>
                <a:avLst/>
                <a:gdLst>
                  <a:gd name="T0" fmla="*/ 2074 w 2331"/>
                  <a:gd name="T1" fmla="*/ 0 h 439"/>
                  <a:gd name="T2" fmla="*/ 1302 w 2331"/>
                  <a:gd name="T3" fmla="*/ 0 h 439"/>
                  <a:gd name="T4" fmla="*/ 257 w 2331"/>
                  <a:gd name="T5" fmla="*/ 0 h 439"/>
                  <a:gd name="T6" fmla="*/ 256 w 2331"/>
                  <a:gd name="T7" fmla="*/ 0 h 439"/>
                  <a:gd name="T8" fmla="*/ 0 w 2331"/>
                  <a:gd name="T9" fmla="*/ 439 h 439"/>
                  <a:gd name="T10" fmla="*/ 2331 w 2331"/>
                  <a:gd name="T11" fmla="*/ 439 h 439"/>
                  <a:gd name="T12" fmla="*/ 2074 w 2331"/>
                  <a:gd name="T13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31" h="439">
                    <a:moveTo>
                      <a:pt x="2074" y="0"/>
                    </a:moveTo>
                    <a:lnTo>
                      <a:pt x="1302" y="0"/>
                    </a:lnTo>
                    <a:lnTo>
                      <a:pt x="257" y="0"/>
                    </a:lnTo>
                    <a:lnTo>
                      <a:pt x="256" y="0"/>
                    </a:lnTo>
                    <a:lnTo>
                      <a:pt x="0" y="439"/>
                    </a:lnTo>
                    <a:lnTo>
                      <a:pt x="2331" y="439"/>
                    </a:lnTo>
                    <a:lnTo>
                      <a:pt x="2074" y="0"/>
                    </a:lnTo>
                    <a:close/>
                  </a:path>
                </a:pathLst>
              </a:custGeom>
              <a:solidFill>
                <a:srgbClr val="DA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6" name="ï$ľíḋé"/>
              <p:cNvSpPr/>
              <p:nvPr/>
            </p:nvSpPr>
            <p:spPr bwMode="auto">
              <a:xfrm>
                <a:off x="4244976" y="3932238"/>
                <a:ext cx="3700463" cy="696913"/>
              </a:xfrm>
              <a:custGeom>
                <a:avLst/>
                <a:gdLst>
                  <a:gd name="T0" fmla="*/ 2074 w 2331"/>
                  <a:gd name="T1" fmla="*/ 0 h 439"/>
                  <a:gd name="T2" fmla="*/ 1302 w 2331"/>
                  <a:gd name="T3" fmla="*/ 0 h 439"/>
                  <a:gd name="T4" fmla="*/ 257 w 2331"/>
                  <a:gd name="T5" fmla="*/ 0 h 439"/>
                  <a:gd name="T6" fmla="*/ 256 w 2331"/>
                  <a:gd name="T7" fmla="*/ 0 h 439"/>
                  <a:gd name="T8" fmla="*/ 0 w 2331"/>
                  <a:gd name="T9" fmla="*/ 439 h 439"/>
                  <a:gd name="T10" fmla="*/ 2331 w 2331"/>
                  <a:gd name="T11" fmla="*/ 439 h 439"/>
                  <a:gd name="T12" fmla="*/ 2074 w 2331"/>
                  <a:gd name="T13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31" h="439">
                    <a:moveTo>
                      <a:pt x="2074" y="0"/>
                    </a:moveTo>
                    <a:lnTo>
                      <a:pt x="1302" y="0"/>
                    </a:lnTo>
                    <a:lnTo>
                      <a:pt x="257" y="0"/>
                    </a:lnTo>
                    <a:lnTo>
                      <a:pt x="256" y="0"/>
                    </a:lnTo>
                    <a:lnTo>
                      <a:pt x="0" y="439"/>
                    </a:lnTo>
                    <a:lnTo>
                      <a:pt x="2331" y="439"/>
                    </a:lnTo>
                    <a:lnTo>
                      <a:pt x="207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7" name="íṡļíḋê"/>
              <p:cNvSpPr/>
              <p:nvPr/>
            </p:nvSpPr>
            <p:spPr bwMode="auto">
              <a:xfrm>
                <a:off x="5512344" y="1848273"/>
                <a:ext cx="1250950" cy="879026"/>
              </a:xfrm>
              <a:custGeom>
                <a:avLst/>
                <a:gdLst>
                  <a:gd name="T0" fmla="*/ 308 w 616"/>
                  <a:gd name="T1" fmla="*/ 0 h 531"/>
                  <a:gd name="T2" fmla="*/ 0 w 616"/>
                  <a:gd name="T3" fmla="*/ 531 h 531"/>
                  <a:gd name="T4" fmla="*/ 616 w 616"/>
                  <a:gd name="T5" fmla="*/ 531 h 531"/>
                  <a:gd name="T6" fmla="*/ 308 w 616"/>
                  <a:gd name="T7" fmla="*/ 0 h 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6" h="531">
                    <a:moveTo>
                      <a:pt x="308" y="0"/>
                    </a:moveTo>
                    <a:lnTo>
                      <a:pt x="0" y="531"/>
                    </a:lnTo>
                    <a:lnTo>
                      <a:pt x="616" y="531"/>
                    </a:lnTo>
                    <a:lnTo>
                      <a:pt x="308" y="0"/>
                    </a:lnTo>
                    <a:close/>
                  </a:path>
                </a:pathLst>
              </a:custGeom>
              <a:solidFill>
                <a:srgbClr val="DA25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8" name="i$1îḑê"/>
              <p:cNvSpPr/>
              <p:nvPr/>
            </p:nvSpPr>
            <p:spPr bwMode="auto">
              <a:xfrm>
                <a:off x="5605463" y="1447800"/>
                <a:ext cx="977900" cy="842963"/>
              </a:xfrm>
              <a:custGeom>
                <a:avLst/>
                <a:gdLst>
                  <a:gd name="T0" fmla="*/ 308 w 616"/>
                  <a:gd name="T1" fmla="*/ 0 h 531"/>
                  <a:gd name="T2" fmla="*/ 0 w 616"/>
                  <a:gd name="T3" fmla="*/ 531 h 531"/>
                  <a:gd name="T4" fmla="*/ 616 w 616"/>
                  <a:gd name="T5" fmla="*/ 531 h 531"/>
                  <a:gd name="T6" fmla="*/ 308 w 616"/>
                  <a:gd name="T7" fmla="*/ 0 h 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16" h="531">
                    <a:moveTo>
                      <a:pt x="308" y="0"/>
                    </a:moveTo>
                    <a:lnTo>
                      <a:pt x="0" y="531"/>
                    </a:lnTo>
                    <a:lnTo>
                      <a:pt x="616" y="531"/>
                    </a:lnTo>
                    <a:lnTo>
                      <a:pt x="30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3" name="îšľïdè"/>
            <p:cNvSpPr txBox="1"/>
            <p:nvPr/>
          </p:nvSpPr>
          <p:spPr>
            <a:xfrm>
              <a:off x="3262830" y="2195250"/>
              <a:ext cx="1119294" cy="2840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/>
              <a:r>
                <a:rPr kumimoji="0" lang="zh-CN" altLang="en-US" sz="1400" b="1" i="0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仓位目标</a:t>
              </a:r>
              <a:endParaRPr kumimoji="0" lang="zh-CN" altLang="en-US" sz="1400" b="1" i="0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iṡḷîḓe"/>
            <p:cNvSpPr txBox="1"/>
            <p:nvPr/>
          </p:nvSpPr>
          <p:spPr>
            <a:xfrm>
              <a:off x="2820123" y="2998352"/>
              <a:ext cx="2047875" cy="682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/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核心仓位（</a:t>
              </a:r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</a:rPr>
                <a:t>40%</a:t>
              </a:r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zh-CN" altLang="en-US" sz="14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</a:rPr>
                <a:t>+</a:t>
              </a:r>
              <a:endParaRPr kumimoji="0" lang="en-US" altLang="zh-CN" sz="1400" b="1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kumimoji="0" lang="zh-CN" altLang="en-US" sz="14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卫星仓位</a:t>
              </a:r>
              <a:r>
                <a:rPr kumimoji="0" lang="zh-CN" sz="14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（</a:t>
              </a:r>
              <a:r>
                <a:rPr kumimoji="0" lang="en-US" altLang="zh-CN" sz="14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0-60%</a:t>
              </a:r>
              <a:r>
                <a:rPr kumimoji="0" lang="zh-CN" sz="14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kumimoji="0" lang="zh-CN" sz="1400" b="1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i$lïḋê"/>
            <p:cNvSpPr txBox="1"/>
            <p:nvPr/>
          </p:nvSpPr>
          <p:spPr>
            <a:xfrm>
              <a:off x="2105748" y="4291847"/>
              <a:ext cx="1497965" cy="2840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/>
              <a:r>
                <a:rPr kumimoji="0" lang="zh-CN" sz="1400" b="1" i="0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基金筛选</a:t>
              </a:r>
              <a:endParaRPr kumimoji="0" lang="zh-CN" sz="1400" b="1" i="0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ïṥľiḑé"/>
            <p:cNvSpPr/>
            <p:nvPr/>
          </p:nvSpPr>
          <p:spPr>
            <a:xfrm>
              <a:off x="3573710" y="1518475"/>
              <a:ext cx="539987" cy="500193"/>
            </a:xfrm>
            <a:custGeom>
              <a:avLst/>
              <a:gdLst>
                <a:gd name="connsiteX0" fmla="*/ 0 w 670873"/>
                <a:gd name="connsiteY0" fmla="*/ 335437 h 670873"/>
                <a:gd name="connsiteX1" fmla="*/ 335437 w 670873"/>
                <a:gd name="connsiteY1" fmla="*/ 0 h 670873"/>
                <a:gd name="connsiteX2" fmla="*/ 670874 w 670873"/>
                <a:gd name="connsiteY2" fmla="*/ 335437 h 670873"/>
                <a:gd name="connsiteX3" fmla="*/ 335437 w 670873"/>
                <a:gd name="connsiteY3" fmla="*/ 670874 h 670873"/>
                <a:gd name="connsiteX4" fmla="*/ 0 w 670873"/>
                <a:gd name="connsiteY4" fmla="*/ 335437 h 67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0873" h="670873">
                  <a:moveTo>
                    <a:pt x="0" y="335437"/>
                  </a:moveTo>
                  <a:cubicBezTo>
                    <a:pt x="0" y="150180"/>
                    <a:pt x="150180" y="0"/>
                    <a:pt x="335437" y="0"/>
                  </a:cubicBezTo>
                  <a:cubicBezTo>
                    <a:pt x="520694" y="0"/>
                    <a:pt x="670874" y="150180"/>
                    <a:pt x="670874" y="335437"/>
                  </a:cubicBezTo>
                  <a:cubicBezTo>
                    <a:pt x="670874" y="520694"/>
                    <a:pt x="520694" y="670874"/>
                    <a:pt x="335437" y="670874"/>
                  </a:cubicBezTo>
                  <a:cubicBezTo>
                    <a:pt x="150180" y="670874"/>
                    <a:pt x="0" y="520694"/>
                    <a:pt x="0" y="335437"/>
                  </a:cubicBezTo>
                  <a:close/>
                </a:path>
              </a:pathLst>
            </a:custGeom>
            <a:solidFill>
              <a:srgbClr val="FFFFFF"/>
            </a:solidFill>
            <a:ln w="38100">
              <a:solidFill>
                <a:srgbClr val="778495">
                  <a:alpha val="15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rgbClr val="DA251C">
                <a:hueOff val="0"/>
                <a:satOff val="0"/>
                <a:lumOff val="0"/>
                <a:alphaOff val="0"/>
              </a:srgbClr>
            </a:effectRef>
            <a:fontRef idx="minor">
              <a:srgbClr val="FFFFFF"/>
            </a:fontRef>
          </p:style>
          <p:txBody>
            <a:bodyPr wrap="non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ctr"/>
              <a:r>
                <a:rPr lang="zh-CN" sz="12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省心投</a:t>
              </a:r>
              <a:endParaRPr lang="zh-CN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i$lïḋê"/>
            <p:cNvSpPr txBox="1"/>
            <p:nvPr/>
          </p:nvSpPr>
          <p:spPr>
            <a:xfrm>
              <a:off x="3592283" y="4173737"/>
              <a:ext cx="2015490" cy="227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等线" panose="02010600030101010101" charset="-122"/>
                  <a:ea typeface="+mn-ea"/>
                  <a:cs typeface="+mn-ea"/>
                </a:defRPr>
              </a:lvl9pPr>
            </a:lstStyle>
            <a:p>
              <a:pPr algn="l"/>
              <a:endParaRPr kumimoji="0" lang="en-US" altLang="zh-CN" sz="1000" b="1" i="0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201996" y="5205800"/>
              <a:ext cx="2401910" cy="671739"/>
              <a:chOff x="1201996" y="5205800"/>
              <a:chExt cx="2401910" cy="671739"/>
            </a:xfrm>
          </p:grpSpPr>
          <p:sp>
            <p:nvSpPr>
              <p:cNvPr id="22" name="işļîdé"/>
              <p:cNvSpPr txBox="1"/>
              <p:nvPr/>
            </p:nvSpPr>
            <p:spPr>
              <a:xfrm>
                <a:off x="1444566" y="5524479"/>
                <a:ext cx="1915795" cy="35306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资产配置指南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+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省心选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3" name="i$lïḋê"/>
              <p:cNvSpPr txBox="1"/>
              <p:nvPr/>
            </p:nvSpPr>
            <p:spPr>
              <a:xfrm>
                <a:off x="1201996" y="5205800"/>
                <a:ext cx="2401910" cy="312329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/>
                <a:r>
                  <a:rPr kumimoji="0" lang="zh-CN" altLang="en-US" sz="16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省心研究院</a:t>
                </a:r>
                <a:endParaRPr kumimoji="0" lang="zh-CN" altLang="en-US" sz="16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3662191" y="5203768"/>
              <a:ext cx="3008630" cy="664487"/>
              <a:chOff x="3662191" y="5203768"/>
              <a:chExt cx="3008630" cy="664487"/>
            </a:xfrm>
          </p:grpSpPr>
          <p:sp>
            <p:nvSpPr>
              <p:cNvPr id="20" name="íš1îḑé"/>
              <p:cNvSpPr txBox="1"/>
              <p:nvPr/>
            </p:nvSpPr>
            <p:spPr>
              <a:xfrm>
                <a:off x="3662191" y="5515195"/>
                <a:ext cx="3008630" cy="35306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资产观点；风险预警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1" name="íS1íďé"/>
              <p:cNvSpPr txBox="1"/>
              <p:nvPr/>
            </p:nvSpPr>
            <p:spPr>
              <a:xfrm>
                <a:off x="3965086" y="5203768"/>
                <a:ext cx="2401910" cy="312329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等线" panose="02010600030101010101" charset="-122"/>
                    <a:ea typeface="+mn-ea"/>
                    <a:cs typeface="+mn-ea"/>
                  </a:defRPr>
                </a:lvl9pPr>
              </a:lstStyle>
              <a:p>
                <a:pPr algn="ctr"/>
                <a:r>
                  <a:rPr kumimoji="0" lang="zh-CN" sz="1600" b="1" i="0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研究所</a:t>
                </a:r>
                <a:endParaRPr kumimoji="0" lang="zh-CN" sz="16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39" name="文本框 38"/>
          <p:cNvSpPr txBox="1"/>
          <p:nvPr/>
        </p:nvSpPr>
        <p:spPr>
          <a:xfrm>
            <a:off x="7104380" y="2277016"/>
            <a:ext cx="4836795" cy="1747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sz="110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核心仓位：</a:t>
            </a:r>
            <a:endParaRPr lang="en-US" altLang="zh-CN" sz="110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1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作为底仓配置，始终保持</a:t>
            </a:r>
            <a:r>
              <a:rPr lang="en-US" altLang="zh-CN" sz="11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40%</a:t>
            </a:r>
            <a:r>
              <a:rPr lang="zh-CN" altLang="en-US" sz="11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左右的仓位</a:t>
            </a:r>
            <a:endParaRPr lang="en-US" altLang="zh-CN" sz="1100" b="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配置方向：稳健型（</a:t>
            </a:r>
            <a:r>
              <a:rPr lang="en-US" altLang="zh-CN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A50</a:t>
            </a:r>
            <a:r>
              <a:rPr lang="zh-CN" altLang="en-US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A500</a:t>
            </a:r>
            <a:r>
              <a:rPr lang="zh-CN" altLang="en-US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、沪深</a:t>
            </a:r>
            <a:r>
              <a:rPr lang="en-US" altLang="zh-CN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300</a:t>
            </a:r>
            <a:r>
              <a:rPr lang="zh-CN" altLang="en-US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、中证</a:t>
            </a:r>
            <a:r>
              <a:rPr lang="en-US" altLang="zh-CN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800</a:t>
            </a:r>
            <a:r>
              <a:rPr lang="zh-CN" altLang="en-US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、中证</a:t>
            </a:r>
            <a:r>
              <a:rPr lang="en-US" altLang="zh-CN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500</a:t>
            </a:r>
            <a:r>
              <a:rPr lang="zh-CN" altLang="en-US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、红利等大中盘或红利类资产）</a:t>
            </a:r>
            <a:r>
              <a:rPr lang="en-US" altLang="zh-CN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进攻型（科创</a:t>
            </a:r>
            <a:r>
              <a:rPr lang="en-US" altLang="zh-CN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50</a:t>
            </a:r>
            <a:r>
              <a:rPr lang="zh-CN" altLang="en-US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、创业板指等科技宽基，中证</a:t>
            </a:r>
            <a:r>
              <a:rPr lang="en-US" altLang="zh-CN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1000</a:t>
            </a:r>
            <a:r>
              <a:rPr lang="zh-CN" altLang="en-US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、中证</a:t>
            </a:r>
            <a:r>
              <a:rPr lang="en-US" altLang="zh-CN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2000</a:t>
            </a:r>
            <a:r>
              <a:rPr lang="zh-CN" altLang="en-US" sz="11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等小盘宽基）底仓的哑铃配置结构</a:t>
            </a:r>
            <a:endParaRPr lang="zh-CN" altLang="en-US" sz="1100" b="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sz="110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主题型投资：</a:t>
            </a:r>
            <a:endParaRPr lang="en-US" altLang="zh-CN" sz="110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1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把握行业、热点风口的投资机会，0—</a:t>
            </a:r>
            <a:r>
              <a:rPr lang="en-US" altLang="zh-CN" sz="11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1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0%仓位</a:t>
            </a:r>
            <a:endParaRPr lang="zh-CN" altLang="en-US" sz="1100" b="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1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配置方向：基于打分体系，选择不超过</a:t>
            </a:r>
            <a:r>
              <a:rPr lang="en-US" altLang="zh-CN" sz="11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1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个风口机会</a:t>
            </a:r>
            <a:endParaRPr lang="zh-CN" altLang="en-US" sz="1100" b="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6095859" y="3429000"/>
            <a:ext cx="922302" cy="0"/>
          </a:xfrm>
          <a:prstGeom prst="straightConnector1">
            <a:avLst/>
          </a:prstGeom>
          <a:ln w="15875">
            <a:solidFill>
              <a:srgbClr val="44546A">
                <a:alpha val="50000"/>
              </a:srgbClr>
            </a:solidFill>
            <a:prstDash val="dash"/>
            <a:tailEnd type="triangle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42" name="直接箭头连接符 41"/>
          <p:cNvCxnSpPr/>
          <p:nvPr/>
        </p:nvCxnSpPr>
        <p:spPr>
          <a:xfrm flipH="1" flipV="1">
            <a:off x="3521181" y="2344747"/>
            <a:ext cx="389255" cy="3175"/>
          </a:xfrm>
          <a:prstGeom prst="straightConnector1">
            <a:avLst/>
          </a:prstGeom>
          <a:ln w="15875">
            <a:solidFill>
              <a:srgbClr val="44546A">
                <a:alpha val="50000"/>
              </a:srgbClr>
            </a:solidFill>
            <a:prstDash val="dash"/>
            <a:tailEnd type="triangle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47" name="i$lïḋê"/>
          <p:cNvSpPr txBox="1"/>
          <p:nvPr/>
        </p:nvSpPr>
        <p:spPr>
          <a:xfrm>
            <a:off x="4112260" y="4652645"/>
            <a:ext cx="23310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algn="ctr"/>
            <a:r>
              <a:rPr lang="en-US" altLang="zh-CN" sz="1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ETF</a:t>
            </a:r>
            <a:r>
              <a:rPr lang="zh-CN" altLang="en-US" sz="1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链接</a:t>
            </a:r>
            <a:r>
              <a:rPr lang="zh-CN" sz="1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基金（细分行业、主题）</a:t>
            </a:r>
            <a:endParaRPr kumimoji="0" lang="zh-CN" sz="1000" b="1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769100" y="2061407"/>
            <a:ext cx="4797425" cy="3163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Wingdings" panose="05000000000000000000" charset="0"/>
              <a:buChar char="p"/>
            </a:pPr>
            <a:r>
              <a:rPr lang="zh-CN" sz="110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仓位灵活调整，</a:t>
            </a:r>
            <a:r>
              <a:rPr lang="en-US" altLang="zh-CN" sz="110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en-US" sz="110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0%-100%</a:t>
            </a:r>
            <a:r>
              <a:rPr lang="zh-CN" altLang="en-US" sz="110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的变动区间</a:t>
            </a:r>
            <a:endParaRPr lang="zh-CN" altLang="en-US" sz="110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5563094" y="2331720"/>
            <a:ext cx="922302" cy="0"/>
          </a:xfrm>
          <a:prstGeom prst="straightConnector1">
            <a:avLst/>
          </a:prstGeom>
          <a:ln w="15875">
            <a:solidFill>
              <a:srgbClr val="44546A">
                <a:alpha val="50000"/>
              </a:srgbClr>
            </a:solidFill>
            <a:prstDash val="dash"/>
            <a:tailEnd type="triangle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50" name="i$lïḋê"/>
          <p:cNvSpPr txBox="1"/>
          <p:nvPr/>
        </p:nvSpPr>
        <p:spPr>
          <a:xfrm>
            <a:off x="4112260" y="4309745"/>
            <a:ext cx="23310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algn="ctr"/>
            <a:r>
              <a:rPr lang="zh-CN" sz="1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指数增强型基金</a:t>
            </a:r>
            <a:endParaRPr kumimoji="0" lang="zh-CN" sz="1000" b="1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216775" y="1380490"/>
            <a:ext cx="1740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分支投资决策成员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685020" y="1380490"/>
            <a:ext cx="14173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金产投资经理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加号 52"/>
          <p:cNvSpPr/>
          <p:nvPr/>
        </p:nvSpPr>
        <p:spPr>
          <a:xfrm>
            <a:off x="9136380" y="1353820"/>
            <a:ext cx="360000" cy="360000"/>
          </a:xfrm>
          <a:prstGeom prst="mathPlus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5" name="直接箭头连接符 54"/>
          <p:cNvCxnSpPr/>
          <p:nvPr/>
        </p:nvCxnSpPr>
        <p:spPr>
          <a:xfrm>
            <a:off x="6557010" y="4584685"/>
            <a:ext cx="922302" cy="0"/>
          </a:xfrm>
          <a:prstGeom prst="straightConnector1">
            <a:avLst/>
          </a:prstGeom>
          <a:ln w="15875">
            <a:solidFill>
              <a:srgbClr val="44546A">
                <a:alpha val="50000"/>
              </a:srgbClr>
            </a:solidFill>
            <a:prstDash val="dash"/>
            <a:tailEnd type="triangle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7587474" y="5764530"/>
            <a:ext cx="922302" cy="0"/>
          </a:xfrm>
          <a:prstGeom prst="straightConnector1">
            <a:avLst/>
          </a:prstGeom>
          <a:ln w="15875">
            <a:solidFill>
              <a:srgbClr val="44546A">
                <a:alpha val="50000"/>
              </a:srgbClr>
            </a:solidFill>
            <a:prstDash val="dash"/>
            <a:tailEnd type="triangle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57" name="文本框 56"/>
          <p:cNvSpPr txBox="1"/>
          <p:nvPr/>
        </p:nvSpPr>
        <p:spPr>
          <a:xfrm>
            <a:off x="8738235" y="5589270"/>
            <a:ext cx="33102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800"/>
              </a:spcAft>
              <a:buFont typeface="Wingdings" panose="05000000000000000000" charset="0"/>
              <a:buChar char="p"/>
            </a:pPr>
            <a:r>
              <a:rPr lang="zh-CN" altLang="en-US" sz="120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投研底座</a:t>
            </a:r>
            <a:endParaRPr lang="zh-CN" altLang="en-US" sz="120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2" name="灯片编号占位符 34"/>
          <p:cNvSpPr>
            <a:spLocks noGrp="1"/>
          </p:cNvSpPr>
          <p:nvPr/>
        </p:nvSpPr>
        <p:spPr>
          <a:xfrm>
            <a:off x="944911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ysClr val="windowText" lastClr="000000">
                    <a:tint val="75000"/>
                  </a:sys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EE115F-7823-4208-B7EA-325D443B55B7}" type="slidenum">
              <a:rPr lang="zh-CN" altLang="en-US" b="1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783" y="2397690"/>
            <a:ext cx="1552575" cy="542925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624205" y="1844675"/>
            <a:ext cx="736600" cy="11372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 eaLnBrk="1" fontAlgn="auto" hangingPunct="1">
              <a:lnSpc>
                <a:spcPct val="100000"/>
              </a:lnSpc>
              <a:buClrTx/>
              <a:buSzTx/>
              <a:buFontTx/>
            </a:pPr>
            <a:r>
              <a:rPr lang="zh-CN" altLang="en-US" sz="1800" b="1">
                <a:solidFill>
                  <a:srgbClr val="C30704"/>
                </a:solidFill>
                <a:latin typeface="微软雅黑" panose="020B0503020204020204" charset="-122"/>
                <a:ea typeface="微软雅黑" panose="020B0503020204020204" charset="-122"/>
              </a:rPr>
              <a:t>仓位管理</a:t>
            </a:r>
            <a:endParaRPr lang="zh-CN" altLang="en-US" sz="1800" b="1">
              <a:solidFill>
                <a:srgbClr val="C3070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 eaLnBrk="1" fontAlgn="auto" hangingPunct="1">
              <a:lnSpc>
                <a:spcPct val="100000"/>
              </a:lnSpc>
              <a:buClrTx/>
              <a:buSzTx/>
              <a:buFontTx/>
            </a:pPr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自上而下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6" name="直接箭头连接符 85"/>
          <p:cNvCxnSpPr/>
          <p:nvPr/>
        </p:nvCxnSpPr>
        <p:spPr>
          <a:xfrm flipH="1">
            <a:off x="1460188" y="1713766"/>
            <a:ext cx="4445" cy="1509395"/>
          </a:xfrm>
          <a:prstGeom prst="straightConnector1">
            <a:avLst/>
          </a:prstGeom>
          <a:ln w="34925" cap="rnd">
            <a:solidFill>
              <a:schemeClr val="tx2">
                <a:alpha val="5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/>
          <p:cNvSpPr txBox="1"/>
          <p:nvPr/>
        </p:nvSpPr>
        <p:spPr>
          <a:xfrm>
            <a:off x="582930" y="3933190"/>
            <a:ext cx="736600" cy="11372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>
                <a:solidFill>
                  <a:srgbClr val="C30704"/>
                </a:solidFill>
                <a:latin typeface="微软雅黑" panose="020B0503020204020204" charset="-122"/>
                <a:ea typeface="微软雅黑" panose="020B0503020204020204" charset="-122"/>
              </a:rPr>
              <a:t>基金布局</a:t>
            </a:r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自下而上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 flipH="1" flipV="1">
            <a:off x="1415738" y="3711931"/>
            <a:ext cx="4445" cy="1440180"/>
          </a:xfrm>
          <a:prstGeom prst="straightConnector1">
            <a:avLst/>
          </a:prstGeom>
          <a:ln w="34925" cap="rnd">
            <a:solidFill>
              <a:schemeClr val="tx2">
                <a:alpha val="50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680325" y="4300067"/>
            <a:ext cx="4836795" cy="11449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sz="110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核心仓位：</a:t>
            </a:r>
            <a:endParaRPr lang="en-US" altLang="zh-CN" sz="110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1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指数增强型基金，关注超额收益、超额稳定性和风控情况</a:t>
            </a:r>
            <a:endParaRPr lang="en-US" altLang="zh-CN" sz="1100" b="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p"/>
            </a:pPr>
            <a:r>
              <a:rPr lang="zh-CN" altLang="en-US" sz="110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主题型投资：</a:t>
            </a:r>
            <a:endParaRPr lang="en-US" altLang="zh-CN" sz="110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1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ETF</a:t>
            </a:r>
            <a:r>
              <a:rPr lang="zh-CN" altLang="en-US" sz="11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链接基金，关注跟踪误差</a:t>
            </a:r>
            <a:endParaRPr lang="zh-CN" altLang="en-US" sz="1100" b="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0" y="6930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等腰三角形 10"/>
          <p:cNvSpPr/>
          <p:nvPr/>
        </p:nvSpPr>
        <p:spPr>
          <a:xfrm rot="16200000" flipH="1" flipV="1">
            <a:off x="266571" y="258286"/>
            <a:ext cx="352693" cy="280018"/>
          </a:xfrm>
          <a:prstGeom prst="triangl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1" name="TextBox 3"/>
          <p:cNvSpPr txBox="1"/>
          <p:nvPr/>
        </p:nvSpPr>
        <p:spPr>
          <a:xfrm>
            <a:off x="708660" y="168275"/>
            <a:ext cx="6938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核心仓位：底仓</a:t>
            </a:r>
            <a:r>
              <a:rPr lang="zh-CN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配置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逻辑</a:t>
            </a:r>
            <a:endParaRPr lang="zh-CN" altLang="en-US" sz="2400" b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341485" y="207213"/>
            <a:ext cx="2720340" cy="385445"/>
            <a:chOff x="12826" y="541"/>
            <a:chExt cx="4284" cy="748"/>
          </a:xfrm>
        </p:grpSpPr>
        <p:pic>
          <p:nvPicPr>
            <p:cNvPr id="10" name="image 105"/>
            <p:cNvPicPr>
              <a:picLocks noChangeAspect="1"/>
            </p:cNvPicPr>
            <p:nvPr/>
          </p:nvPicPr>
          <p:blipFill>
            <a:blip r:embed="rId1"/>
            <a:srcRect t="364" b="364"/>
            <a:stretch>
              <a:fillRect/>
            </a:stretch>
          </p:blipFill>
          <p:spPr>
            <a:xfrm>
              <a:off x="12826" y="655"/>
              <a:ext cx="1837" cy="556"/>
            </a:xfrm>
            <a:prstGeom prst="rect">
              <a:avLst/>
            </a:prstGeom>
          </p:spPr>
        </p:pic>
        <p:pic>
          <p:nvPicPr>
            <p:cNvPr id="26" name="图片 25" descr="图形用户界面, 文本, 应用程序&#10;&#10;描述已自动生成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EFFFF"/>
                </a:clrFrom>
                <a:clrTo>
                  <a:srgbClr val="FE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341" r="50000" b="59279"/>
            <a:stretch>
              <a:fillRect/>
            </a:stretch>
          </p:blipFill>
          <p:spPr>
            <a:xfrm>
              <a:off x="14858" y="541"/>
              <a:ext cx="2252" cy="748"/>
            </a:xfrm>
            <a:prstGeom prst="rect">
              <a:avLst/>
            </a:prstGeom>
          </p:spPr>
        </p:pic>
      </p:grpSp>
      <p:sp>
        <p:nvSpPr>
          <p:cNvPr id="2" name="灯片编号占位符 34"/>
          <p:cNvSpPr>
            <a:spLocks noGrp="1"/>
          </p:cNvSpPr>
          <p:nvPr/>
        </p:nvSpPr>
        <p:spPr>
          <a:xfrm>
            <a:off x="944911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ysClr val="windowText" lastClr="000000">
                    <a:tint val="75000"/>
                  </a:sys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EE115F-7823-4208-B7EA-325D443B55B7}" type="slidenum">
              <a:rPr lang="zh-CN" altLang="en-US" b="1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云麒演示设计5"/>
          <p:cNvSpPr/>
          <p:nvPr/>
        </p:nvSpPr>
        <p:spPr>
          <a:xfrm rot="16200000">
            <a:off x="7026120" y="1157541"/>
            <a:ext cx="4043680" cy="5471921"/>
          </a:xfrm>
          <a:prstGeom prst="roundRect">
            <a:avLst>
              <a:gd name="adj" fmla="val 2984"/>
            </a:avLst>
          </a:prstGeom>
          <a:gradFill flip="none" rotWithShape="1">
            <a:gsLst>
              <a:gs pos="85000">
                <a:srgbClr val="FFFFFF">
                  <a:alpha val="76000"/>
                </a:srgbClr>
              </a:gs>
              <a:gs pos="50000">
                <a:srgbClr val="FFFFFF">
                  <a:alpha val="68000"/>
                </a:srgbClr>
              </a:gs>
              <a:gs pos="22000">
                <a:srgbClr val="FFFFFF">
                  <a:alpha val="5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 w="8890" cap="flat" cmpd="sng" algn="ctr">
            <a:gradFill flip="none" rotWithShape="1">
              <a:gsLst>
                <a:gs pos="21000">
                  <a:schemeClr val="accent1">
                    <a:alpha val="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381000" dist="177800" dir="2700000" algn="tl" rotWithShape="0">
              <a:schemeClr val="accent2">
                <a:alpha val="9000"/>
              </a:schemeClr>
            </a:outerShdw>
          </a:effectLst>
        </p:spPr>
        <p:txBody>
          <a:bodyPr lIns="25576" tIns="12788" rIns="25576" bIns="12788" rtlCol="0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0850" lvl="1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08050" lvl="2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65250" lvl="3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1180" lvl="4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lvl="5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lvl="6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lvl="7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lvl="8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algn="ctr"/>
            <a:endParaRPr lang="zh-CN" altLang="en-US" sz="505" kern="0">
              <a:solidFill>
                <a:prstClr val="white"/>
              </a:solidFill>
              <a:cs typeface="+mn-ea"/>
              <a:sym typeface="+mn-lt"/>
            </a:endParaRPr>
          </a:p>
          <a:p>
            <a:pPr algn="ctr"/>
            <a:endParaRPr lang="zh-CN" altLang="en-US" sz="505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5" name="云麒演示设计5"/>
          <p:cNvSpPr/>
          <p:nvPr/>
        </p:nvSpPr>
        <p:spPr>
          <a:xfrm rot="16200000">
            <a:off x="1143635" y="1228725"/>
            <a:ext cx="4040505" cy="5324475"/>
          </a:xfrm>
          <a:prstGeom prst="roundRect">
            <a:avLst>
              <a:gd name="adj" fmla="val 2984"/>
            </a:avLst>
          </a:prstGeom>
          <a:gradFill flip="none" rotWithShape="1">
            <a:gsLst>
              <a:gs pos="85000">
                <a:srgbClr val="FFFFFF">
                  <a:alpha val="76000"/>
                </a:srgbClr>
              </a:gs>
              <a:gs pos="50000">
                <a:srgbClr val="FFFFFF">
                  <a:alpha val="68000"/>
                </a:srgbClr>
              </a:gs>
              <a:gs pos="22000">
                <a:srgbClr val="FFFFFF">
                  <a:alpha val="55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 w="8890" cap="flat" cmpd="sng" algn="ctr">
            <a:gradFill flip="none" rotWithShape="1">
              <a:gsLst>
                <a:gs pos="21000">
                  <a:schemeClr val="accent1">
                    <a:alpha val="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381000" dist="177800" dir="2700000" algn="tl" rotWithShape="0">
              <a:schemeClr val="accent2">
                <a:alpha val="9000"/>
              </a:schemeClr>
            </a:outerShdw>
          </a:effectLst>
        </p:spPr>
        <p:txBody>
          <a:bodyPr lIns="25576" tIns="12788" rIns="25576" bIns="12788" rtlCol="0" anchor="ctr"/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0850" lvl="1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08050" lvl="2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65250" lvl="3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1180" lvl="4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lvl="5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lvl="6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lvl="7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lvl="8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algn="ctr"/>
            <a:endParaRPr lang="zh-CN" altLang="en-US" sz="505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47881" y="1460855"/>
            <a:ext cx="223197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0850" lvl="1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08050" lvl="2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65250" lvl="3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1180" lvl="4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lvl="5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lvl="6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lvl="7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lvl="8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稳健型底仓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67521" y="1990746"/>
            <a:ext cx="4860000" cy="61369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0850" lvl="1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08050" lvl="2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65250" lvl="3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1180" lvl="4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lvl="5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lvl="6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lvl="7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lvl="8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配置逻辑：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长期资金入市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  <a:endParaRPr lang="en-US" altLang="zh-CN" sz="12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品种覆盖：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A50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A500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、沪深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300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、中证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800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、中证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500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、红利</a:t>
            </a:r>
            <a:endParaRPr lang="zh-CN" altLang="en-US" sz="1200" b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671992" y="1475118"/>
            <a:ext cx="4657931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0850" lvl="1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08050" lvl="2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65250" lvl="3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1180" lvl="4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lvl="5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lvl="6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lvl="7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lvl="8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algn="ctr"/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进攻型底仓（科技宽基、小盘宽基）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223000" y="2013913"/>
            <a:ext cx="5900468" cy="61369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0850" lvl="1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08050" lvl="2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65250" lvl="3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1180" lvl="4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lvl="5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lvl="6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lvl="7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lvl="8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配置逻辑：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经济转型，聚焦新质生产力；国产替代、自主可控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  <a:endParaRPr lang="en-US" altLang="zh-CN" sz="12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品种覆盖：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科创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50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、创业板指等科技宽基，中证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1000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、中证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2000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等小盘宽基</a:t>
            </a:r>
            <a:endParaRPr lang="en-US" altLang="zh-CN" sz="1200" b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26" name="Picture 2" descr="https://www.nmxzy.cn/upload/images/2024/3/f53ad670de725af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455" y="2990215"/>
            <a:ext cx="2025015" cy="2574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finance.cnr.cn/gundong/20190722/W020190722624125504977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260" y="2995930"/>
            <a:ext cx="1753870" cy="2574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连接符 3"/>
          <p:cNvCxnSpPr/>
          <p:nvPr/>
        </p:nvCxnSpPr>
        <p:spPr>
          <a:xfrm>
            <a:off x="501650" y="1220470"/>
            <a:ext cx="3240000" cy="0"/>
          </a:xfrm>
          <a:prstGeom prst="line">
            <a:avLst/>
          </a:prstGeom>
          <a:ln w="44450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3551555" y="1003300"/>
            <a:ext cx="508889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0850" lvl="1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08050" lvl="2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65250" lvl="3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1180" lvl="4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lvl="5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lvl="6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lvl="7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lvl="8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当前阶段：保持哑铃型配置结构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8472170" y="1221105"/>
            <a:ext cx="3240000" cy="0"/>
          </a:xfrm>
          <a:prstGeom prst="line">
            <a:avLst/>
          </a:prstGeom>
          <a:ln w="44450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15" y="2999740"/>
            <a:ext cx="2386965" cy="257429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1555" y="2999740"/>
            <a:ext cx="1928495" cy="2574290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454025" y="6143625"/>
            <a:ext cx="2880000" cy="0"/>
          </a:xfrm>
          <a:prstGeom prst="line">
            <a:avLst/>
          </a:prstGeom>
          <a:ln w="44450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8903970" y="6122035"/>
            <a:ext cx="2880000" cy="0"/>
          </a:xfrm>
          <a:prstGeom prst="line">
            <a:avLst/>
          </a:prstGeom>
          <a:ln w="44450">
            <a:solidFill>
              <a:srgbClr val="C0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200718" y="5891530"/>
            <a:ext cx="5790565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0850" lvl="1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08050" lvl="2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65250" lvl="3" indent="19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1180" lvl="4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lvl="5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lvl="6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lvl="7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lvl="8" indent="127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风险阶段：配置具备仓位管理能力的基金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8660" y="168275"/>
            <a:ext cx="6938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卫星仓位（进攻性思维）：热点风口选择逻辑</a:t>
            </a:r>
            <a:endParaRPr lang="zh-CN" altLang="en-US" sz="2400" b="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5" name="等腰三角形 4"/>
          <p:cNvSpPr/>
          <p:nvPr/>
        </p:nvSpPr>
        <p:spPr>
          <a:xfrm rot="16200000" flipH="1" flipV="1">
            <a:off x="300226" y="258286"/>
            <a:ext cx="352693" cy="280018"/>
          </a:xfrm>
          <a:prstGeom prst="triangl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08345" y="764540"/>
            <a:ext cx="5780405" cy="5259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1.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行业景气度</a:t>
            </a:r>
            <a:r>
              <a:rPr lang="zh-CN" altLang="en-US" sz="12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：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周期行业关注整体处于什么阶段。如半导体是否处于底部或者底部反转周期，如果是那么说明就是机会打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1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分。再比如光</a:t>
            </a:r>
            <a:r>
              <a:rPr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光伏三季报分化较大，上游硅料环节已出现盈利拐点，但下游组件企业仍处于亏损状态，从产业链顺价来看，较弱的需求压制组件上涨幅度，景气仍处于磨低状态，目前还是政策博弈阶段，因此打0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。</a:t>
            </a:r>
            <a:endParaRPr lang="zh-CN" altLang="en-US" sz="12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其他行业关注整体处于成长期还是成熟期，只选取成长期和成熟期的产业。比如机器人我们判断属于带典型的成长期产业就是备选方向打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1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分，而钢铁房地产等属于衰退期的产业就不去关注打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0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分。</a:t>
            </a:r>
            <a:endParaRPr lang="zh-CN" altLang="en-US" sz="12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</a:endParaRPr>
          </a:p>
          <a:p>
            <a:pPr>
              <a:lnSpc>
                <a:spcPct val="140000"/>
              </a:lnSpc>
            </a:pPr>
            <a:endParaRPr lang="zh-CN" altLang="en-US" sz="12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2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.资金面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：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关注ETF申赎情况（日度）、公募基金仓位变动（季度）等指标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</a:rPr>
              <a:t>。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打分标准：股票类ETF净申购金额（月度）为正，公募基金仓位（季度）未出现下降打1分；股票类ETF净申购金额（月度）为负，公募基金仓位出现明显下降，打0。</a:t>
            </a:r>
            <a:endParaRPr lang="zh-CN" altLang="en-US" sz="12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endParaRPr lang="zh-CN" altLang="en-US" sz="12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3.政策面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：关注政策驱动行业发展、财政支持力度等，比如半导体人工智能支持发展的核心政策等。</a:t>
            </a:r>
            <a:endParaRPr lang="zh-CN" altLang="en-US" sz="12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打分标准：政策支持&amp;有催化，打1分；负面，打0分</a:t>
            </a:r>
            <a:endParaRPr lang="zh-CN" altLang="en-US" sz="12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endParaRPr lang="zh-CN" altLang="en-US" sz="12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4.技术面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华文中宋" panose="02010600040101010101" charset="-122"/>
                <a:sym typeface="+mn-ea"/>
              </a:rPr>
              <a:t>：三个买入信号(意外大跌抄底信号，比如科创芯片4月7号；1020起爆点信号比如7月11号；龙回头买入信号比如9月4号)，符合条件打1分，不符合条件打0分</a:t>
            </a:r>
            <a:endParaRPr lang="zh-CN" altLang="en-US" sz="1200" b="0" dirty="0">
              <a:latin typeface="微软雅黑" panose="020B0503020204020204" charset="-122"/>
              <a:ea typeface="微软雅黑" panose="020B0503020204020204" charset="-122"/>
              <a:cs typeface="华文中宋" panose="02010600040101010101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901065"/>
            <a:ext cx="5372735" cy="29102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20" y="4220845"/>
            <a:ext cx="3617595" cy="2249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0" y="6930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等腰三角形 10"/>
          <p:cNvSpPr/>
          <p:nvPr/>
        </p:nvSpPr>
        <p:spPr>
          <a:xfrm rot="16200000" flipH="1" flipV="1">
            <a:off x="266571" y="258286"/>
            <a:ext cx="352693" cy="280018"/>
          </a:xfrm>
          <a:prstGeom prst="triangl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1" name="TextBox 3"/>
          <p:cNvSpPr txBox="1"/>
          <p:nvPr/>
        </p:nvSpPr>
        <p:spPr>
          <a:xfrm>
            <a:off x="708659" y="168275"/>
            <a:ext cx="7619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卫星仓位（进攻性思维） ：行业四维打分模型案例</a:t>
            </a:r>
            <a:endParaRPr lang="zh-CN" altLang="en-US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341485" y="207213"/>
            <a:ext cx="2720340" cy="385445"/>
            <a:chOff x="12826" y="541"/>
            <a:chExt cx="4284" cy="748"/>
          </a:xfrm>
        </p:grpSpPr>
        <p:pic>
          <p:nvPicPr>
            <p:cNvPr id="10" name="image 105"/>
            <p:cNvPicPr>
              <a:picLocks noChangeAspect="1"/>
            </p:cNvPicPr>
            <p:nvPr/>
          </p:nvPicPr>
          <p:blipFill>
            <a:blip r:embed="rId1"/>
            <a:srcRect t="364" b="364"/>
            <a:stretch>
              <a:fillRect/>
            </a:stretch>
          </p:blipFill>
          <p:spPr>
            <a:xfrm>
              <a:off x="12826" y="655"/>
              <a:ext cx="1837" cy="556"/>
            </a:xfrm>
            <a:prstGeom prst="rect">
              <a:avLst/>
            </a:prstGeom>
          </p:spPr>
        </p:pic>
        <p:pic>
          <p:nvPicPr>
            <p:cNvPr id="26" name="图片 25" descr="图形用户界面, 文本, 应用程序&#10;&#10;描述已自动生成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EFFFF"/>
                </a:clrFrom>
                <a:clrTo>
                  <a:srgbClr val="FE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341" r="50000" b="59279"/>
            <a:stretch>
              <a:fillRect/>
            </a:stretch>
          </p:blipFill>
          <p:spPr>
            <a:xfrm>
              <a:off x="14858" y="541"/>
              <a:ext cx="2252" cy="748"/>
            </a:xfrm>
            <a:prstGeom prst="rect">
              <a:avLst/>
            </a:prstGeom>
          </p:spPr>
        </p:pic>
      </p:grpSp>
      <p:sp>
        <p:nvSpPr>
          <p:cNvPr id="2" name="灯片编号占位符 34"/>
          <p:cNvSpPr>
            <a:spLocks noGrp="1"/>
          </p:cNvSpPr>
          <p:nvPr/>
        </p:nvSpPr>
        <p:spPr>
          <a:xfrm>
            <a:off x="944911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ysClr val="windowText" lastClr="000000">
                    <a:tint val="75000"/>
                  </a:sys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EE115F-7823-4208-B7EA-325D443B55B7}" type="slidenum">
              <a:rPr lang="zh-CN" altLang="en-US" b="1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1634" y="866140"/>
            <a:ext cx="11429365" cy="399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以证券为例</a:t>
            </a:r>
            <a:endParaRPr lang="zh-CN" altLang="en-US" sz="1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1100" dirty="0">
              <a:latin typeface="微软雅黑" panose="020B0503020204020204" charset="-122"/>
              <a:ea typeface="微软雅黑" panose="020B0503020204020204" charset="-122"/>
              <a:cs typeface="楷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政策面：资本市场改革深化；流动性继续宽松；行业内部并购重组</a:t>
            </a:r>
            <a:r>
              <a:rPr lang="en-US" altLang="zh-CN" sz="1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  <a:sym typeface="+mn-ea"/>
              </a:rPr>
              <a:t>——打分1</a:t>
            </a:r>
            <a:endParaRPr lang="en-US" altLang="zh-CN" sz="12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新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“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国九条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”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强调投融资协同发展；央行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2025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降准降息，市场流动性充裕；监管鼓励航母级券商，行业并购重组活跃，香港开放虚拟资产交易，为国泰君安等券商提供新赛道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。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  <a:sym typeface="+mn-ea"/>
              </a:rPr>
              <a:t>（资讯来源：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  <a:sym typeface="+mn-ea"/>
              </a:rPr>
              <a:t>wind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  <a:sym typeface="+mn-ea"/>
              </a:rPr>
              <a:t>）</a:t>
            </a:r>
            <a:endParaRPr lang="zh-CN" altLang="en-US" sz="1200" b="0" dirty="0">
              <a:latin typeface="微软雅黑" panose="020B0503020204020204" charset="-122"/>
              <a:ea typeface="微软雅黑" panose="020B0503020204020204" charset="-122"/>
              <a:cs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1200" b="0" dirty="0">
              <a:latin typeface="微软雅黑" panose="020B0503020204020204" charset="-122"/>
              <a:ea typeface="微软雅黑" panose="020B0503020204020204" charset="-122"/>
              <a:cs typeface="楷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行业景气度：三季度至今交易活跃，平均日成交量在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2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万亿以上；券商业绩高增长，上半年大幅增长，整体增长接近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20%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，预计全年业绩高增长</a:t>
            </a:r>
            <a:r>
              <a:rPr lang="en-US" altLang="zh-CN" sz="1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——</a:t>
            </a:r>
            <a:r>
              <a:rPr lang="zh-CN" altLang="en-US" sz="1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打分</a:t>
            </a:r>
            <a:r>
              <a:rPr lang="en-US" altLang="zh-CN" sz="1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1</a:t>
            </a:r>
            <a:endParaRPr lang="en-US" altLang="zh-CN" sz="12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zh-CN" altLang="en-US" sz="1200" b="0" dirty="0">
              <a:latin typeface="微软雅黑" panose="020B0503020204020204" charset="-122"/>
              <a:ea typeface="微软雅黑" panose="020B0503020204020204" charset="-122"/>
              <a:cs typeface="楷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资金面：短期看该板块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9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月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29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号以来明显出现资金流入；中期看，主动偏股类基金对券商持仓比例仅为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0.64%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，处于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2018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年以来低位，低配明显；年内资金净流入超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680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亿元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+</a:t>
            </a:r>
            <a:r>
              <a:rPr lang="en-US" altLang="zh-CN" sz="1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——打分1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  <a:sym typeface="+mn-ea"/>
              </a:rPr>
              <a:t>（资讯来源：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  <a:sym typeface="+mn-ea"/>
              </a:rPr>
              <a:t>wind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  <a:sym typeface="+mn-ea"/>
              </a:rPr>
              <a:t>）</a:t>
            </a:r>
            <a:endParaRPr lang="zh-CN" altLang="en-US" sz="1200" b="0" dirty="0">
              <a:latin typeface="微软雅黑" panose="020B0503020204020204" charset="-122"/>
              <a:ea typeface="微软雅黑" panose="020B0503020204020204" charset="-122"/>
              <a:cs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1200" b="0" dirty="0">
              <a:latin typeface="微软雅黑" panose="020B0503020204020204" charset="-122"/>
              <a:ea typeface="微软雅黑" panose="020B0503020204020204" charset="-122"/>
              <a:cs typeface="楷体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技术面：目前均线多头排列，周线月线金叉共振，显示中长期动能较强，且在短期强势均线比如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10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、</a:t>
            </a:r>
            <a:r>
              <a:rPr lang="en-US" altLang="zh-CN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20</a:t>
            </a:r>
            <a:r>
              <a: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</a:rPr>
              <a:t>线上方</a:t>
            </a:r>
            <a:r>
              <a:rPr lang="en-US" altLang="zh-CN" sz="1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  <a:sym typeface="+mn-ea"/>
              </a:rPr>
              <a:t>——</a:t>
            </a:r>
            <a:r>
              <a:rPr lang="zh-CN" altLang="en-US" sz="1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  <a:sym typeface="+mn-ea"/>
              </a:rPr>
              <a:t>打分</a:t>
            </a:r>
            <a:r>
              <a:rPr lang="en-US" altLang="zh-CN" sz="1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  <a:sym typeface="+mn-ea"/>
              </a:rPr>
              <a:t>1</a:t>
            </a:r>
            <a:endParaRPr lang="en-US" altLang="zh-CN" sz="12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楷体" panose="02010609060101010101" pitchFamily="49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n"/>
            </a:pPr>
            <a:endParaRPr lang="en-US" altLang="zh-CN" sz="1200" dirty="0">
              <a:solidFill>
                <a:schemeClr val="accent2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楷体" panose="02010609060101010101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</a:pPr>
            <a:endParaRPr lang="zh-CN" altLang="en-US" sz="12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楷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81635" y="5084583"/>
            <a:ext cx="100704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证券——打分模型评分结果（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评分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分及以上可以考虑布局）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1000" y="5608799"/>
          <a:ext cx="9797143" cy="77216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632857"/>
                <a:gridCol w="1632857"/>
                <a:gridCol w="1632857"/>
                <a:gridCol w="1632858"/>
                <a:gridCol w="1632857"/>
                <a:gridCol w="1632857"/>
              </a:tblGrid>
              <a:tr h="38608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行业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主题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rgbClr val="C00000"/>
                      </a:solidFill>
                      <a:prstDash val="solid"/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zh-CN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政策面</a:t>
                      </a:r>
                      <a:endParaRPr lang="zh-CN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00000"/>
                      </a:solidFill>
                      <a:prstDash val="solid"/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行业景气度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00000"/>
                      </a:solidFill>
                      <a:prstDash val="solid"/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资金面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C00000"/>
                      </a:solidFill>
                      <a:prstDash val="solid"/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技术面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C00000"/>
                      </a:solidFill>
                      <a:prstDash val="solid"/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总分</a:t>
                      </a:r>
                      <a:endParaRPr lang="zh-CN" altLang="en-US" sz="12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C00000"/>
                      </a:solidFill>
                      <a:prstDash val="solid"/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E53935"/>
                    </a:solidFill>
                  </a:tcPr>
                </a:tc>
              </a:tr>
              <a:tr h="38608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zh-CN" altLang="en-US" sz="12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证券</a:t>
                      </a:r>
                      <a:endParaRPr lang="zh-CN" altLang="en-US" sz="12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rgbClr val="E53935"/>
                      </a:solidFill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en-US" sz="12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2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E53935"/>
                      </a:solidFill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2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E53935"/>
                      </a:solidFill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2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E53935"/>
                      </a:solidFill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en-US" sz="12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2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E53935"/>
                      </a:solidFill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lang="en-US" altLang="en-US" sz="12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E53935"/>
                      </a:solidFill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FA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0" y="6930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等腰三角形 10"/>
          <p:cNvSpPr/>
          <p:nvPr/>
        </p:nvSpPr>
        <p:spPr>
          <a:xfrm rot="16200000" flipH="1" flipV="1">
            <a:off x="266571" y="258286"/>
            <a:ext cx="352693" cy="280018"/>
          </a:xfrm>
          <a:prstGeom prst="triangl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1" name="TextBox 3"/>
          <p:cNvSpPr txBox="1"/>
          <p:nvPr/>
        </p:nvSpPr>
        <p:spPr>
          <a:xfrm>
            <a:off x="708576" y="168108"/>
            <a:ext cx="8411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卫星仓位（进攻性思维） ：行业四维打分模型结果</a:t>
            </a:r>
            <a:endParaRPr lang="zh-CN" altLang="en-US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341485" y="207213"/>
            <a:ext cx="2720340" cy="385445"/>
            <a:chOff x="12826" y="541"/>
            <a:chExt cx="4284" cy="748"/>
          </a:xfrm>
        </p:grpSpPr>
        <p:pic>
          <p:nvPicPr>
            <p:cNvPr id="10" name="image 105"/>
            <p:cNvPicPr>
              <a:picLocks noChangeAspect="1"/>
            </p:cNvPicPr>
            <p:nvPr/>
          </p:nvPicPr>
          <p:blipFill>
            <a:blip r:embed="rId1"/>
            <a:srcRect t="364" b="364"/>
            <a:stretch>
              <a:fillRect/>
            </a:stretch>
          </p:blipFill>
          <p:spPr>
            <a:xfrm>
              <a:off x="12826" y="655"/>
              <a:ext cx="1837" cy="556"/>
            </a:xfrm>
            <a:prstGeom prst="rect">
              <a:avLst/>
            </a:prstGeom>
          </p:spPr>
        </p:pic>
        <p:pic>
          <p:nvPicPr>
            <p:cNvPr id="26" name="图片 25" descr="图形用户界面, 文本, 应用程序&#10;&#10;描述已自动生成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EFFFF"/>
                </a:clrFrom>
                <a:clrTo>
                  <a:srgbClr val="FE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341" r="50000" b="59279"/>
            <a:stretch>
              <a:fillRect/>
            </a:stretch>
          </p:blipFill>
          <p:spPr>
            <a:xfrm>
              <a:off x="14858" y="541"/>
              <a:ext cx="2252" cy="748"/>
            </a:xfrm>
            <a:prstGeom prst="rect">
              <a:avLst/>
            </a:prstGeom>
          </p:spPr>
        </p:pic>
      </p:grpSp>
      <p:sp>
        <p:nvSpPr>
          <p:cNvPr id="18" name="灯片编号占位符 34"/>
          <p:cNvSpPr>
            <a:spLocks noGrp="1"/>
          </p:cNvSpPr>
          <p:nvPr/>
        </p:nvSpPr>
        <p:spPr>
          <a:xfrm>
            <a:off x="944911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ysClr val="windowText" lastClr="000000">
                    <a:tint val="75000"/>
                  </a:sys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EE115F-7823-4208-B7EA-325D443B55B7}" type="slidenum">
              <a:rPr lang="zh-CN" altLang="en-US" b="1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81000" y="1845022"/>
          <a:ext cx="11430000" cy="428117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8608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行业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主题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rgbClr val="C00000"/>
                      </a:solidFill>
                      <a:prstDash val="solid"/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zh-CN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政策面</a:t>
                      </a:r>
                      <a:endParaRPr lang="zh-CN" sz="16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00000"/>
                      </a:solidFill>
                      <a:prstDash val="solid"/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产业面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C00000"/>
                      </a:solidFill>
                      <a:prstDash val="solid"/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资金面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C00000"/>
                      </a:solidFill>
                      <a:prstDash val="solid"/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技术面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C00000"/>
                      </a:solidFill>
                      <a:prstDash val="solid"/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总分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C00000"/>
                      </a:solidFill>
                      <a:prstDash val="solid"/>
                    </a:lnT>
                    <a:lnB w="12700" cmpd="sng">
                      <a:solidFill>
                        <a:srgbClr val="E53935"/>
                      </a:solidFill>
                    </a:lnB>
                    <a:solidFill>
                      <a:srgbClr val="E53935"/>
                    </a:solidFill>
                  </a:tcPr>
                </a:tc>
              </a:tr>
              <a:tr h="38608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zh-CN" altLang="en-US" sz="1600" b="0" dirty="0" err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证券</a:t>
                      </a:r>
                      <a:endParaRPr lang="zh-CN" altLang="en-US" sz="1600" b="0" dirty="0" err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机器人</a:t>
                      </a:r>
                      <a:endParaRPr lang="zh-CN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软件</a:t>
                      </a:r>
                      <a:endParaRPr lang="zh-CN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 err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创新药</a:t>
                      </a:r>
                      <a:endParaRPr lang="zh-CN" altLang="en-US" sz="1600" b="0" dirty="0" err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9050" marR="19050" marT="19050" marB="6858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mpd="sng">
                      <a:solidFill>
                        <a:srgbClr val="E53935"/>
                      </a:solidFill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dirty="0" err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芯片</a:t>
                      </a:r>
                      <a:endParaRPr lang="zh-CN" altLang="en-US" sz="1600" b="0" dirty="0" err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人工智能</a:t>
                      </a:r>
                      <a:endParaRPr lang="zh-CN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旅游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lang="en-US" altLang="en-US" sz="16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lang="en-US" altLang="en-US" sz="16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lang="en-US" altLang="en-US" sz="16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dirty="0" err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白酒</a:t>
                      </a:r>
                      <a:endParaRPr lang="zh-CN" altLang="en-US" sz="1600" b="0" dirty="0" err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dirty="0" err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煤炭</a:t>
                      </a:r>
                      <a:endParaRPr lang="zh-CN" altLang="en-US" sz="1600" b="0" dirty="0" err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  <a:endParaRPr lang="en-US" altLang="en-US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E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……</a:t>
                      </a:r>
                      <a:endParaRPr lang="en-US" altLang="zh-CN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C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……</a:t>
                      </a:r>
                      <a:endParaRPr lang="en-US" altLang="zh-CN" sz="16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C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……</a:t>
                      </a:r>
                      <a:endParaRPr kumimoji="0" lang="en-US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C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……</a:t>
                      </a:r>
                      <a:endParaRPr kumimoji="0" lang="en-US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C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……</a:t>
                      </a:r>
                      <a:endParaRPr kumimoji="0" lang="en-US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C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……</a:t>
                      </a:r>
                      <a:endParaRPr kumimoji="0" lang="en-US" altLang="zh-CN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>
                      <a:noFill/>
                      <a:prstDash val="solid"/>
                    </a:lnR>
                    <a:lnT w="12700" cap="flat" cmpd="sng" algn="ctr">
                      <a:solidFill>
                        <a:srgbClr val="E539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C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07670" y="904875"/>
            <a:ext cx="11515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buClr>
                <a:srgbClr val="C00000"/>
              </a:buClr>
              <a:buFont typeface="Wingdings" panose="05000000000000000000" pitchFamily="2" charset="2"/>
              <a:buChar char="p"/>
              <a:defRPr sz="1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重点跟踪</a:t>
            </a:r>
            <a:r>
              <a:rPr lang="en-US" altLang="zh-CN" dirty="0"/>
              <a:t>XX</a:t>
            </a:r>
            <a:r>
              <a:rPr lang="zh-CN" altLang="en-US" dirty="0"/>
              <a:t>个主题</a:t>
            </a:r>
            <a:r>
              <a:rPr lang="en-US" altLang="zh-CN" dirty="0"/>
              <a:t>/</a:t>
            </a:r>
            <a:r>
              <a:rPr lang="zh-CN" altLang="en-US" dirty="0"/>
              <a:t>行业方向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07670" y="1332279"/>
            <a:ext cx="11430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参考金产大类资产配置观点（周/月），参考行业四维打分模型评分（政策面、产业面、资金面、技术面），评分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分及以上可以布局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0" y="6930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等腰三角形 10"/>
          <p:cNvSpPr/>
          <p:nvPr/>
        </p:nvSpPr>
        <p:spPr>
          <a:xfrm rot="16200000" flipH="1" flipV="1">
            <a:off x="266571" y="258286"/>
            <a:ext cx="352693" cy="280018"/>
          </a:xfrm>
          <a:prstGeom prst="triangl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1" name="TextBox 3"/>
          <p:cNvSpPr txBox="1"/>
          <p:nvPr/>
        </p:nvSpPr>
        <p:spPr>
          <a:xfrm>
            <a:off x="708577" y="168108"/>
            <a:ext cx="6062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子基金筛选体系</a:t>
            </a:r>
            <a:endParaRPr lang="zh-CN" altLang="en-US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341485" y="207213"/>
            <a:ext cx="2720340" cy="385445"/>
            <a:chOff x="12826" y="541"/>
            <a:chExt cx="4284" cy="748"/>
          </a:xfrm>
        </p:grpSpPr>
        <p:pic>
          <p:nvPicPr>
            <p:cNvPr id="10" name="image 105"/>
            <p:cNvPicPr>
              <a:picLocks noChangeAspect="1"/>
            </p:cNvPicPr>
            <p:nvPr/>
          </p:nvPicPr>
          <p:blipFill>
            <a:blip r:embed="rId1"/>
            <a:srcRect t="364" b="364"/>
            <a:stretch>
              <a:fillRect/>
            </a:stretch>
          </p:blipFill>
          <p:spPr>
            <a:xfrm>
              <a:off x="12826" y="655"/>
              <a:ext cx="1837" cy="556"/>
            </a:xfrm>
            <a:prstGeom prst="rect">
              <a:avLst/>
            </a:prstGeom>
          </p:spPr>
        </p:pic>
        <p:pic>
          <p:nvPicPr>
            <p:cNvPr id="26" name="图片 25" descr="图形用户界面, 文本, 应用程序&#10;&#10;描述已自动生成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EFFFF"/>
                </a:clrFrom>
                <a:clrTo>
                  <a:srgbClr val="FE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341" r="50000" b="59279"/>
            <a:stretch>
              <a:fillRect/>
            </a:stretch>
          </p:blipFill>
          <p:spPr>
            <a:xfrm>
              <a:off x="14858" y="541"/>
              <a:ext cx="2252" cy="748"/>
            </a:xfrm>
            <a:prstGeom prst="rect">
              <a:avLst/>
            </a:prstGeom>
          </p:spPr>
        </p:pic>
      </p:grpSp>
      <p:sp>
        <p:nvSpPr>
          <p:cNvPr id="18" name="灯片编号占位符 34"/>
          <p:cNvSpPr>
            <a:spLocks noGrp="1"/>
          </p:cNvSpPr>
          <p:nvPr/>
        </p:nvSpPr>
        <p:spPr>
          <a:xfrm>
            <a:off x="944911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ysClr val="windowText" lastClr="000000">
                    <a:tint val="75000"/>
                  </a:sys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EE115F-7823-4208-B7EA-325D443B55B7}" type="slidenum">
              <a:rPr lang="zh-CN" altLang="en-US" b="1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五边形 33"/>
          <p:cNvSpPr/>
          <p:nvPr/>
        </p:nvSpPr>
        <p:spPr>
          <a:xfrm rot="10800000">
            <a:off x="7110657" y="1240873"/>
            <a:ext cx="5040000" cy="5040000"/>
          </a:xfrm>
          <a:prstGeom prst="homePlate">
            <a:avLst/>
          </a:prstGeom>
          <a:gradFill>
            <a:gsLst>
              <a:gs pos="0">
                <a:sysClr val="window" lastClr="FFFFFF">
                  <a:lumMod val="100000"/>
                </a:sysClr>
              </a:gs>
              <a:gs pos="100000">
                <a:sysClr val="window" lastClr="FFFFFF">
                  <a:lumMod val="95000"/>
                </a:sysClr>
              </a:gs>
            </a:gsLst>
            <a:lin ang="0" scaled="0"/>
          </a:gradFill>
          <a:ln>
            <a:noFill/>
          </a:ln>
        </p:spPr>
        <p:style>
          <a:lnRef idx="1">
            <a:srgbClr val="A5A5A5"/>
          </a:lnRef>
          <a:fillRef idx="2">
            <a:srgbClr val="A5A5A5"/>
          </a:fillRef>
          <a:effectRef idx="1">
            <a:srgbClr val="A5A5A5"/>
          </a:effectRef>
          <a:fontRef idx="minor">
            <a:sysClr val="windowText" lastClr="000000"/>
          </a:fontRef>
        </p:style>
        <p:txBody>
          <a:bodyPr rot="0" vert="horz" wrap="square" lIns="45719" tIns="45719" rIns="45719" bIns="45719" numCol="1" spcCol="38100" rtlCol="0" anchor="ctr" forceAA="0">
            <a:spAutoFit/>
          </a:bodyPr>
          <a:lstStyle>
            <a:defPPr>
              <a:defRPr lang="zh-CN">
                <a:solidFill>
                  <a:sysClr val="windowText" lastClr="000000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endParaRPr lang="zh-CN" altLang="en-US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35" name="五边形 34"/>
          <p:cNvSpPr/>
          <p:nvPr/>
        </p:nvSpPr>
        <p:spPr>
          <a:xfrm rot="10800000" flipH="1">
            <a:off x="41025" y="1240807"/>
            <a:ext cx="5040000" cy="5040000"/>
          </a:xfrm>
          <a:prstGeom prst="homePlate">
            <a:avLst/>
          </a:prstGeom>
          <a:gradFill>
            <a:gsLst>
              <a:gs pos="0">
                <a:sysClr val="window" lastClr="FFFFFF">
                  <a:lumMod val="100000"/>
                </a:sysClr>
              </a:gs>
              <a:gs pos="100000">
                <a:sysClr val="window" lastClr="FFFFFF">
                  <a:lumMod val="95000"/>
                </a:sysClr>
              </a:gs>
            </a:gsLst>
            <a:lin ang="0" scaled="0"/>
          </a:gradFill>
          <a:ln>
            <a:noFill/>
          </a:ln>
        </p:spPr>
        <p:style>
          <a:lnRef idx="1">
            <a:srgbClr val="A5A5A5"/>
          </a:lnRef>
          <a:fillRef idx="2">
            <a:srgbClr val="A5A5A5"/>
          </a:fillRef>
          <a:effectRef idx="1">
            <a:srgbClr val="A5A5A5"/>
          </a:effectRef>
          <a:fontRef idx="minor">
            <a:sysClr val="windowText" lastClr="000000"/>
          </a:fontRef>
        </p:style>
        <p:txBody>
          <a:bodyPr rot="0" vert="horz" wrap="square" lIns="45719" tIns="45719" rIns="45719" bIns="45719" numCol="1" spcCol="38100" rtlCol="0" anchor="ctr" forceAA="0">
            <a:spAutoFit/>
          </a:bodyPr>
          <a:lstStyle>
            <a:defPPr>
              <a:defRPr lang="zh-CN">
                <a:solidFill>
                  <a:sysClr val="windowText" lastClr="000000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endParaRPr lang="zh-CN" altLang="en-US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36" name="五边形 35"/>
          <p:cNvSpPr/>
          <p:nvPr/>
        </p:nvSpPr>
        <p:spPr>
          <a:xfrm rot="10800000" flipH="1">
            <a:off x="41343" y="3718460"/>
            <a:ext cx="5040000" cy="367029"/>
          </a:xfrm>
          <a:prstGeom prst="homePlate">
            <a:avLst/>
          </a:prstGeom>
          <a:gradFill>
            <a:gsLst>
              <a:gs pos="0">
                <a:sysClr val="window" lastClr="FFFFFF">
                  <a:lumMod val="100000"/>
                </a:sysClr>
              </a:gs>
              <a:gs pos="100000">
                <a:sysClr val="window" lastClr="FFFFFF">
                  <a:lumMod val="95000"/>
                </a:sysClr>
              </a:gs>
            </a:gsLst>
            <a:lin ang="0" scaled="0"/>
          </a:gradFill>
          <a:ln>
            <a:noFill/>
          </a:ln>
        </p:spPr>
        <p:style>
          <a:lnRef idx="1">
            <a:srgbClr val="A5A5A5"/>
          </a:lnRef>
          <a:fillRef idx="2">
            <a:srgbClr val="A5A5A5"/>
          </a:fillRef>
          <a:effectRef idx="1">
            <a:srgbClr val="A5A5A5"/>
          </a:effectRef>
          <a:fontRef idx="minor">
            <a:sysClr val="windowText" lastClr="000000"/>
          </a:fontRef>
        </p:style>
        <p:txBody>
          <a:bodyPr rot="0" vert="horz" wrap="square" lIns="45719" tIns="45719" rIns="45719" bIns="45719" numCol="1" spcCol="38100" rtlCol="0" anchor="ctr" forceAA="0">
            <a:spAutoFit/>
          </a:bodyPr>
          <a:lstStyle>
            <a:defPPr>
              <a:defRPr lang="zh-CN">
                <a:solidFill>
                  <a:sysClr val="windowText" lastClr="000000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endParaRPr lang="zh-CN" altLang="en-US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37" name="五边形 36"/>
          <p:cNvSpPr/>
          <p:nvPr/>
        </p:nvSpPr>
        <p:spPr>
          <a:xfrm rot="10800000">
            <a:off x="7110975" y="3546761"/>
            <a:ext cx="5040000" cy="367029"/>
          </a:xfrm>
          <a:prstGeom prst="homePlate">
            <a:avLst/>
          </a:prstGeom>
          <a:gradFill>
            <a:gsLst>
              <a:gs pos="0">
                <a:sysClr val="window" lastClr="FFFFFF">
                  <a:lumMod val="100000"/>
                </a:sysClr>
              </a:gs>
              <a:gs pos="100000">
                <a:sysClr val="window" lastClr="FFFFFF">
                  <a:lumMod val="95000"/>
                </a:sysClr>
              </a:gs>
            </a:gsLst>
            <a:lin ang="0" scaled="0"/>
          </a:gradFill>
          <a:ln>
            <a:noFill/>
          </a:ln>
        </p:spPr>
        <p:style>
          <a:lnRef idx="1">
            <a:srgbClr val="A5A5A5"/>
          </a:lnRef>
          <a:fillRef idx="2">
            <a:srgbClr val="A5A5A5"/>
          </a:fillRef>
          <a:effectRef idx="1">
            <a:srgbClr val="A5A5A5"/>
          </a:effectRef>
          <a:fontRef idx="minor">
            <a:sysClr val="windowText" lastClr="000000"/>
          </a:fontRef>
        </p:style>
        <p:txBody>
          <a:bodyPr rot="0" vert="horz" wrap="square" lIns="45719" tIns="45719" rIns="45719" bIns="45719" numCol="1" spcCol="38100" rtlCol="0" anchor="ctr" forceAA="0">
            <a:spAutoFit/>
          </a:bodyPr>
          <a:lstStyle>
            <a:defPPr>
              <a:defRPr lang="zh-CN">
                <a:solidFill>
                  <a:sysClr val="windowText" lastClr="000000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endParaRPr lang="zh-CN" altLang="en-US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38" name="Oval 9"/>
          <p:cNvSpPr/>
          <p:nvPr/>
        </p:nvSpPr>
        <p:spPr>
          <a:xfrm>
            <a:off x="5583341" y="2535036"/>
            <a:ext cx="2390479" cy="2390478"/>
          </a:xfrm>
          <a:prstGeom prst="ellipse">
            <a:avLst/>
          </a:prstGeom>
          <a:solidFill>
            <a:srgbClr val="FF5756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9" name="Oval 10"/>
          <p:cNvSpPr/>
          <p:nvPr/>
        </p:nvSpPr>
        <p:spPr>
          <a:xfrm>
            <a:off x="4136131" y="2535036"/>
            <a:ext cx="2390479" cy="2390478"/>
          </a:xfrm>
          <a:prstGeom prst="ellipse">
            <a:avLst/>
          </a:prstGeom>
          <a:solidFill>
            <a:srgbClr val="C30704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</p:sp>
      <p:sp>
        <p:nvSpPr>
          <p:cNvPr id="40" name="Left-Right Arrow 19"/>
          <p:cNvSpPr/>
          <p:nvPr/>
        </p:nvSpPr>
        <p:spPr>
          <a:xfrm>
            <a:off x="5772577" y="3558577"/>
            <a:ext cx="564799" cy="343397"/>
          </a:xfrm>
          <a:prstGeom prst="leftRightArrow">
            <a:avLst>
              <a:gd name="adj1" fmla="val 37655"/>
              <a:gd name="adj2" fmla="val 47346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en-US" dirty="0">
              <a:ea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1" name="文本框 26"/>
          <p:cNvSpPr txBox="1"/>
          <p:nvPr/>
        </p:nvSpPr>
        <p:spPr>
          <a:xfrm>
            <a:off x="4142673" y="3407695"/>
            <a:ext cx="144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核心：宽基指数基金</a:t>
            </a:r>
            <a:endParaRPr lang="zh-CN" altLang="en-US" b="1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文本框 27"/>
          <p:cNvSpPr txBox="1"/>
          <p:nvPr/>
        </p:nvSpPr>
        <p:spPr>
          <a:xfrm>
            <a:off x="6527098" y="3320065"/>
            <a:ext cx="144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卫星：主题指数基金</a:t>
            </a:r>
            <a:endParaRPr lang="zh-CN" altLang="en-US" b="1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8082238" y="1542700"/>
            <a:ext cx="3960000" cy="2747328"/>
            <a:chOff x="8106252" y="1461770"/>
            <a:chExt cx="3960000" cy="2747328"/>
          </a:xfrm>
        </p:grpSpPr>
        <p:sp>
          <p:nvSpPr>
            <p:cNvPr id="47" name="文本框 31"/>
            <p:cNvSpPr txBox="1"/>
            <p:nvPr/>
          </p:nvSpPr>
          <p:spPr>
            <a:xfrm>
              <a:off x="8762207" y="1461770"/>
              <a:ext cx="297053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ClrTx/>
                <a:buSzTx/>
                <a:buFontTx/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卫星：主题指数基金</a:t>
              </a:r>
              <a:endParaRPr lang="zh-CN" altLang="en-US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33"/>
            <p:cNvSpPr txBox="1"/>
            <p:nvPr/>
          </p:nvSpPr>
          <p:spPr>
            <a:xfrm>
              <a:off x="8106252" y="1854607"/>
              <a:ext cx="3960000" cy="2354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0704"/>
                </a:buClr>
                <a:buSzTx/>
                <a:buFont typeface="Wingdings" panose="05000000000000000000" charset="0"/>
                <a:buChar char="p"/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筛选方法：定量+定性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0704"/>
                </a:buClr>
                <a:buFont typeface="Wingdings" panose="05000000000000000000" charset="0"/>
                <a:buChar char="Ø"/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定量化标准：</a:t>
              </a:r>
              <a:endPara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0704"/>
                </a:buClr>
                <a:buFont typeface="Arial" panose="020B0604020202020204" pitchFamily="34" charset="0"/>
                <a:buChar char="•"/>
              </a:pPr>
              <a:r>
                <a:rPr lang="zh-CN" altLang="en-US" sz="14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主题</a:t>
              </a:r>
              <a:r>
                <a:rPr sz="14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指数链接基金</a:t>
              </a:r>
              <a:r>
                <a:rPr sz="14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年化跟踪误差不超过</a:t>
              </a:r>
              <a:r>
                <a:rPr lang="en-US" sz="14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4</a:t>
              </a:r>
              <a:r>
                <a:rPr sz="14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%</a:t>
              </a:r>
              <a:r>
                <a:rPr sz="1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</a:t>
              </a:r>
              <a:r>
                <a:rPr sz="14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中长期控制在</a:t>
              </a:r>
              <a:r>
                <a:rPr sz="14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2%</a:t>
              </a:r>
              <a:r>
                <a:rPr sz="14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以内为宜</a:t>
              </a:r>
              <a:endParaRPr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0704"/>
                </a:buClr>
                <a:buFont typeface="Wingdings" panose="05000000000000000000" pitchFamily="2" charset="2"/>
                <a:buChar char="Ø"/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定性化标准：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0704"/>
                </a:buClr>
                <a:buFont typeface="Arial" panose="020B0604020202020204" pitchFamily="34" charset="0"/>
                <a:buChar char="•"/>
              </a:pPr>
              <a:r>
                <a:rPr lang="zh-CN" altLang="en-US" sz="14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优选规模较大主题</a:t>
              </a:r>
              <a:r>
                <a:rPr lang="en-US" altLang="zh-CN" sz="14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ETF</a:t>
              </a:r>
              <a:r>
                <a:rPr lang="zh-CN" altLang="en-US" sz="14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对应的链接基金</a:t>
              </a:r>
              <a:endPara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0704"/>
                </a:buClr>
                <a:buFont typeface="Arial" panose="020B0604020202020204" pitchFamily="34" charset="0"/>
                <a:buChar char="•"/>
              </a:pPr>
              <a:r>
                <a:rPr lang="zh-CN" altLang="en-US" sz="14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省心选、券结产品具有优选配置权</a:t>
              </a:r>
              <a:endPara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4902" y="1542700"/>
            <a:ext cx="3960314" cy="4199890"/>
            <a:chOff x="313" y="1777"/>
            <a:chExt cx="6237" cy="6614"/>
          </a:xfrm>
        </p:grpSpPr>
        <p:sp>
          <p:nvSpPr>
            <p:cNvPr id="45" name="文本框 36"/>
            <p:cNvSpPr txBox="1"/>
            <p:nvPr/>
          </p:nvSpPr>
          <p:spPr>
            <a:xfrm>
              <a:off x="313" y="2357"/>
              <a:ext cx="6237" cy="6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Tx/>
                <a:buFont typeface="Wingdings" panose="05000000000000000000" charset="0"/>
                <a:buChar char="p"/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筛选方法：定量+定性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Font typeface="Wingdings" panose="05000000000000000000" charset="0"/>
                <a:buChar char="Ø"/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定量化标准：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85750" indent="-28575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0704"/>
                </a:buClr>
                <a:buSzTx/>
                <a:buFont typeface="Arial" panose="020B0604020202020204" pitchFamily="34" charset="0"/>
                <a:buChar char="•"/>
              </a:pPr>
              <a:r>
                <a:rPr lang="zh-CN" altLang="en-US" sz="12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指数增强基金，采用夏普风格回归方法，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中证</a:t>
              </a: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2000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和万得微盘暴露系数不超过</a:t>
              </a: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0.4</a:t>
              </a:r>
              <a:r>
                <a:rPr lang="zh-CN" altLang="en-US" sz="12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；针对对标指数运作的非指数增强型基金，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跟踪误差不得超过</a:t>
              </a: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6%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85750" indent="-28575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0704"/>
                </a:buClr>
                <a:buSzTx/>
                <a:buFont typeface="Arial" panose="020B0604020202020204" pitchFamily="34" charset="0"/>
                <a:buChar char="•"/>
              </a:pPr>
              <a:r>
                <a:rPr lang="zh-CN" altLang="en-US" sz="12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指数链接基金，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年化跟踪误差不超过 3%</a:t>
              </a:r>
              <a:r>
                <a:rPr lang="zh-CN" altLang="en-US" sz="12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，中长期控制在</a:t>
              </a:r>
              <a:r>
                <a:rPr lang="zh-CN" altLang="en-US" sz="120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2%</a:t>
              </a:r>
              <a:r>
                <a:rPr lang="zh-CN" altLang="en-US" sz="12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以内为宜</a:t>
              </a:r>
              <a:endPara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0704"/>
                </a:buClr>
                <a:buFont typeface="Wingdings" panose="05000000000000000000" charset="0"/>
                <a:buChar char="Ø"/>
              </a:pP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定性化标准：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0704"/>
                </a:buClr>
                <a:buFont typeface="Arial" panose="020B0604020202020204" pitchFamily="34" charset="0"/>
                <a:buChar char="•"/>
              </a:pPr>
              <a:r>
                <a:rPr lang="zh-CN" altLang="en-US" sz="12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指增增强基金：基金公司在量化领域有充分的布局，软件和硬件支持较为充分，支撑策略的持续迭代</a:t>
              </a:r>
              <a:endPara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0704"/>
                </a:buClr>
                <a:buFont typeface="Arial" panose="020B0604020202020204" pitchFamily="34" charset="0"/>
                <a:buChar char="•"/>
              </a:pPr>
              <a:r>
                <a:rPr lang="zh-CN" altLang="en-US" sz="12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指数链接基金：优选市场头部效应明显基金公司旗下的指数链接基金</a:t>
              </a:r>
              <a:endPara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30704"/>
                </a:buClr>
                <a:buFont typeface="Arial" panose="020B0604020202020204" pitchFamily="34" charset="0"/>
                <a:buChar char="•"/>
              </a:pPr>
              <a:r>
                <a:rPr lang="zh-CN" altLang="en-US" sz="1200" b="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省心选、券结产品具有优选配置权</a:t>
              </a:r>
              <a:endParaRPr lang="zh-CN" altLang="en-US" sz="12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6" name="文本框 37"/>
            <p:cNvSpPr txBox="1"/>
            <p:nvPr/>
          </p:nvSpPr>
          <p:spPr>
            <a:xfrm>
              <a:off x="716" y="1777"/>
              <a:ext cx="566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核心：宽基指数增强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+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链接基金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0" y="693038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等腰三角形 10"/>
          <p:cNvSpPr/>
          <p:nvPr/>
        </p:nvSpPr>
        <p:spPr>
          <a:xfrm rot="16200000" flipH="1" flipV="1">
            <a:off x="266571" y="258286"/>
            <a:ext cx="352693" cy="280018"/>
          </a:xfrm>
          <a:prstGeom prst="triangl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  <a:ln w="285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1" name="TextBox 3"/>
          <p:cNvSpPr txBox="1"/>
          <p:nvPr/>
        </p:nvSpPr>
        <p:spPr>
          <a:xfrm>
            <a:off x="695877" y="179538"/>
            <a:ext cx="6062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风控机制</a:t>
            </a:r>
            <a:endParaRPr lang="zh-CN" altLang="en-US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341485" y="207213"/>
            <a:ext cx="2720340" cy="385445"/>
            <a:chOff x="12826" y="541"/>
            <a:chExt cx="4284" cy="748"/>
          </a:xfrm>
        </p:grpSpPr>
        <p:pic>
          <p:nvPicPr>
            <p:cNvPr id="10" name="image 105"/>
            <p:cNvPicPr>
              <a:picLocks noChangeAspect="1"/>
            </p:cNvPicPr>
            <p:nvPr/>
          </p:nvPicPr>
          <p:blipFill>
            <a:blip r:embed="rId1"/>
            <a:srcRect t="364" b="364"/>
            <a:stretch>
              <a:fillRect/>
            </a:stretch>
          </p:blipFill>
          <p:spPr>
            <a:xfrm>
              <a:off x="12826" y="655"/>
              <a:ext cx="1837" cy="556"/>
            </a:xfrm>
            <a:prstGeom prst="rect">
              <a:avLst/>
            </a:prstGeom>
          </p:spPr>
        </p:pic>
        <p:pic>
          <p:nvPicPr>
            <p:cNvPr id="26" name="图片 25" descr="图形用户界面, 文本, 应用程序&#10;&#10;描述已自动生成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EFFFF"/>
                </a:clrFrom>
                <a:clrTo>
                  <a:srgbClr val="FE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341" r="50000" b="59279"/>
            <a:stretch>
              <a:fillRect/>
            </a:stretch>
          </p:blipFill>
          <p:spPr>
            <a:xfrm>
              <a:off x="14858" y="541"/>
              <a:ext cx="2252" cy="748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2309712" y="4537992"/>
            <a:ext cx="90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fontAlgn="auto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" panose="05000000000000000000" charset="0"/>
            </a:pPr>
            <a:r>
              <a:rPr lang="zh-CN" b="1" kern="100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风控执行机制</a:t>
            </a:r>
            <a:endParaRPr lang="zh-CN" b="1" kern="100" dirty="0"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 fontAlgn="auto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</a:pPr>
            <a:r>
              <a:rPr lang="zh-CN" sz="14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</a:t>
            </a:r>
            <a:r>
              <a:rPr altLang="zh-CN" sz="14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支投资决策成员</a:t>
            </a:r>
            <a:r>
              <a:rPr lang="zh-CN" sz="14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和金产投资经理，</a:t>
            </a:r>
            <a:r>
              <a:rPr lang="zh-CN" altLang="zh-CN" sz="14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每周定期例会检视组合运行状态；</a:t>
            </a:r>
            <a:endParaRPr lang="zh-CN" altLang="zh-CN" sz="1400" b="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lvl="0" indent="-285750" algn="l" fontAlgn="auto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C30704"/>
              </a:buClr>
              <a:buSzTx/>
              <a:buFont typeface="Arial" panose="020B0604020202020204" pitchFamily="34" charset="0"/>
              <a:buChar char="•"/>
            </a:pPr>
            <a:r>
              <a:rPr lang="zh-CN" altLang="zh-CN" sz="14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专人监控底仓基金，出现短期业绩异动，实时跟进。</a:t>
            </a:r>
            <a:endParaRPr lang="zh-CN" altLang="zh-CN" sz="1400" b="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07867" y="1195674"/>
            <a:ext cx="9000000" cy="12553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" panose="05000000000000000000" charset="0"/>
            </a:pPr>
            <a:r>
              <a:rPr lang="zh-CN" sz="1800" b="1" kern="100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投前风控</a:t>
            </a:r>
            <a:endParaRPr lang="zh-CN" sz="1800" b="1" kern="100" dirty="0"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C30704"/>
              </a:buClr>
              <a:buSzTx/>
              <a:buFont typeface="Arial" panose="020B0604020202020204" pitchFamily="34" charset="0"/>
              <a:buChar char="•"/>
            </a:pPr>
            <a:r>
              <a:rPr lang="zh-CN" altLang="zh-CN" sz="14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持仓穿透，单风格占比不得超过</a:t>
            </a:r>
            <a:r>
              <a:rPr lang="en-US" altLang="zh-CN" sz="14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</a:t>
            </a:r>
            <a:r>
              <a:rPr lang="zh-CN" altLang="en-US" sz="14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，配置初期不超过</a:t>
            </a:r>
            <a:r>
              <a:rPr lang="en-US" altLang="zh-CN" sz="14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20%</a:t>
            </a:r>
            <a:r>
              <a:rPr lang="zh-CN" altLang="en-US" sz="14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；优选热点风口（</a:t>
            </a:r>
            <a:r>
              <a:rPr lang="en-US" altLang="zh-CN" sz="14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2-5</a:t>
            </a:r>
            <a:r>
              <a:rPr lang="zh-CN" altLang="en-US" sz="14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个）</a:t>
            </a:r>
            <a:endParaRPr lang="en-US" altLang="zh-CN" sz="1400" b="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C30704"/>
              </a:buClr>
              <a:buFont typeface="Arial" panose="020B0604020202020204" pitchFamily="34" charset="0"/>
              <a:buChar char="•"/>
            </a:pPr>
            <a:r>
              <a:rPr lang="zh-CN" altLang="en-US" sz="14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热点风口选择方法</a:t>
            </a:r>
            <a:r>
              <a:rPr lang="zh-CN" altLang="zh-CN" sz="14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四维打分模型，</a:t>
            </a:r>
            <a:r>
              <a:rPr lang="zh-CN" altLang="en-US" sz="1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共振向上</a:t>
            </a:r>
            <a:endParaRPr lang="zh-CN" altLang="en-US" sz="1400" b="0" kern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09712" y="3069209"/>
            <a:ext cx="900000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fontAlgn="auto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charset="0"/>
              <a:buNone/>
            </a:pPr>
            <a:r>
              <a:rPr lang="zh-CN" sz="1800" b="1" kern="100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投中风控</a:t>
            </a:r>
            <a:endParaRPr lang="zh-CN" sz="1800" b="1" kern="100" dirty="0"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rgbClr val="C30704"/>
              </a:buClr>
              <a:buFont typeface="Arial" panose="020B0604020202020204" pitchFamily="34" charset="0"/>
              <a:buChar char="•"/>
            </a:pPr>
            <a:r>
              <a:rPr lang="zh-CN" altLang="en-US" sz="14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热点风口</a:t>
            </a:r>
            <a:r>
              <a:rPr lang="zh-CN" altLang="zh-CN" sz="1400" b="0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基金：</a:t>
            </a:r>
            <a:r>
              <a:rPr lang="zh-CN" altLang="en-US" sz="14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四维打分模型降低至</a:t>
            </a:r>
            <a:r>
              <a:rPr lang="en-US" altLang="zh-CN" sz="14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b="0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分及以下，退出</a:t>
            </a:r>
            <a:endParaRPr lang="zh-CN" altLang="zh-CN" sz="1400" b="0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菱形 13"/>
          <p:cNvSpPr/>
          <p:nvPr/>
        </p:nvSpPr>
        <p:spPr>
          <a:xfrm>
            <a:off x="757851" y="1285297"/>
            <a:ext cx="1080000" cy="1078865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kumimoji="0" lang="en-US" altLang="zh-CN" sz="14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菱形 14"/>
          <p:cNvSpPr/>
          <p:nvPr/>
        </p:nvSpPr>
        <p:spPr>
          <a:xfrm>
            <a:off x="757851" y="2955778"/>
            <a:ext cx="1080000" cy="1078865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kumimoji="0" lang="en-US" altLang="zh-CN" sz="14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菱形 15"/>
          <p:cNvSpPr/>
          <p:nvPr/>
        </p:nvSpPr>
        <p:spPr>
          <a:xfrm>
            <a:off x="757851" y="4626259"/>
            <a:ext cx="1080000" cy="1078865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kumimoji="0" lang="en-US" altLang="zh-CN" sz="14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灯片编号占位符 34"/>
          <p:cNvSpPr>
            <a:spLocks noGrp="1"/>
          </p:cNvSpPr>
          <p:nvPr/>
        </p:nvSpPr>
        <p:spPr>
          <a:xfrm>
            <a:off x="9449118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ysClr val="windowText" lastClr="000000">
                    <a:tint val="75000"/>
                  </a:sys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EE115F-7823-4208-B7EA-325D443B55B7}" type="slidenum">
              <a:rPr lang="zh-CN" altLang="en-US" b="1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TABLE_ENDDRAG_ORIGIN_RECT" val="900*243"/>
  <p:tag name="TABLE_ENDDRAG_RECT" val="23*94*900*243"/>
</p:tagLst>
</file>

<file path=ppt/tags/tag2.xml><?xml version="1.0" encoding="utf-8"?>
<p:tagLst xmlns:p="http://schemas.openxmlformats.org/presentationml/2006/main">
  <p:tag name="KSO_WPP_MARK_KEY" val="9c44f855-224b-4dd0-9852-8a2a6b3bef5b"/>
  <p:tag name="COMMONDATA" val="eyJoZGlkIjoiNjc1YjE5NmFkNzNjMWZjMDMzNWNhNzdhMjIyOTgzY2IifQ=="/>
</p:tagLst>
</file>

<file path=ppt/theme/theme1.xml><?xml version="1.0" encoding="utf-8"?>
<a:theme xmlns:a="http://schemas.openxmlformats.org/drawingml/2006/main" name="招商银行资本金规划建议书090517">
  <a:themeElements>
    <a:clrScheme name="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招商银行资本金规划建议书090517">
  <a:themeElements>
    <a:clrScheme name="1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1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招商银行资本金规划建议书090517">
  <a:themeElements>
    <a:clrScheme name="3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3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招商银行资本金规划建议书090517">
  <a:themeElements>
    <a:clrScheme name="2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2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招商银行资本金规划建议书090517">
  <a:themeElements>
    <a:clrScheme name="4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4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招商银行资本金规划建议书090517">
  <a:themeElements>
    <a:clrScheme name="5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5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招商银行资本金规划建议书090517">
  <a:themeElements>
    <a:clrScheme name="6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6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2_默认设计模板">
  <a:themeElements>
    <a:clrScheme name="12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2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2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招商银行资本金规划建议书090517">
  <a:themeElements>
    <a:clrScheme name="7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7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招商银行资本金规划建议书090517">
  <a:themeElements>
    <a:clrScheme name="8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8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8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招商银行资本金规划建议书090517">
  <a:themeElements>
    <a:clrScheme name="9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9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9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0_招商银行资本金规划建议书090517">
  <a:themeElements>
    <a:clrScheme name="10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10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0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1_招商银行资本金规划建议书090517">
  <a:themeElements>
    <a:clrScheme name="11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11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1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2_招商银行资本金规划建议书090517">
  <a:themeElements>
    <a:clrScheme name="12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12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2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3_招商银行资本金规划建议书090517">
  <a:themeElements>
    <a:clrScheme name="13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13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3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4_招商银行资本金规划建议书090517">
  <a:themeElements>
    <a:clrScheme name="14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14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4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5_招商银行资本金规划建议书090517">
  <a:themeElements>
    <a:clrScheme name="15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15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5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6_招商银行资本金规划建议书090517">
  <a:themeElements>
    <a:clrScheme name="16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16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6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招商银行资本金规划建议书090517">
  <a:themeElements>
    <a:clrScheme name="17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17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7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8_招商银行资本金规划建议书090517">
  <a:themeElements>
    <a:clrScheme name="18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18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8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9_招商银行资本金规划建议书090517">
  <a:themeElements>
    <a:clrScheme name="19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19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9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0_招商银行资本金规划建议书090517">
  <a:themeElements>
    <a:clrScheme name="20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20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0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1_招商银行资本金规划建议书090517">
  <a:themeElements>
    <a:clrScheme name="21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21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1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2_招商银行资本金规划建议书090517">
  <a:themeElements>
    <a:clrScheme name="22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22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2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3_招商银行资本金规划建议书090517">
  <a:themeElements>
    <a:clrScheme name="23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23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3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4_招商银行资本金规划建议书090517">
  <a:themeElements>
    <a:clrScheme name="24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24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4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5_招商银行资本金规划建议书090517">
  <a:themeElements>
    <a:clrScheme name="25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25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5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6_招商银行资本金规划建议书090517">
  <a:themeElements>
    <a:clrScheme name="26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26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6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7_招商银行资本金规划建议书090517">
  <a:themeElements>
    <a:clrScheme name="27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27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7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8_招商银行资本金规划建议书090517">
  <a:themeElements>
    <a:clrScheme name="28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28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8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9_招商银行资本金规划建议书090517">
  <a:themeElements>
    <a:clrScheme name="29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29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9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0_招商银行资本金规划建议书090517">
  <a:themeElements>
    <a:clrScheme name="30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30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0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1_招商银行资本金规划建议书090517">
  <a:themeElements>
    <a:clrScheme name="31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31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1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2_招商银行资本金规划建议书090517">
  <a:themeElements>
    <a:clrScheme name="32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32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2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3_招商银行资本金规划建议书090517">
  <a:themeElements>
    <a:clrScheme name="33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33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3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4_招商银行资本金规划建议书090517">
  <a:themeElements>
    <a:clrScheme name="34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34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4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5_招商银行资本金规划建议书090517">
  <a:themeElements>
    <a:clrScheme name="35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35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5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36_招商银行资本金规划建议书090517">
  <a:themeElements>
    <a:clrScheme name="36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36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6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37_招商银行资本金规划建议书090517">
  <a:themeElements>
    <a:clrScheme name="37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37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7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38_招商银行资本金规划建议书090517">
  <a:themeElements>
    <a:clrScheme name="38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38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8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39_招商银行资本金规划建议书090517">
  <a:themeElements>
    <a:clrScheme name="39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39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9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40_招商银行资本金规划建议书090517">
  <a:themeElements>
    <a:clrScheme name="40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40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0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41_招商银行资本金规划建议书090517">
  <a:themeElements>
    <a:clrScheme name="41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41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1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42_招商银行资本金规划建议书090517">
  <a:themeElements>
    <a:clrScheme name="42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42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2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43_招商银行资本金规划建议书090517">
  <a:themeElements>
    <a:clrScheme name="43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43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3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44_招商银行资本金规划建议书090517">
  <a:themeElements>
    <a:clrScheme name="44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44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4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45_招商银行资本金规划建议书090517">
  <a:themeElements>
    <a:clrScheme name="45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45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5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46_招商银行资本金规划建议书090517">
  <a:themeElements>
    <a:clrScheme name="46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46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6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47_招商银行资本金规划建议书090517">
  <a:themeElements>
    <a:clrScheme name="47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47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7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48_招商银行资本金规划建议书090517">
  <a:themeElements>
    <a:clrScheme name="48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48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8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49_招商银行资本金规划建议书090517">
  <a:themeElements>
    <a:clrScheme name="49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49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9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50_招商银行资本金规划建议书090517">
  <a:themeElements>
    <a:clrScheme name="50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50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0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51_招商银行资本金规划建议书090517">
  <a:themeElements>
    <a:clrScheme name="51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51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1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52_招商银行资本金规划建议书090517">
  <a:themeElements>
    <a:clrScheme name="52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52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2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53_招商银行资本金规划建议书090517">
  <a:themeElements>
    <a:clrScheme name="53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53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54_招商银行资本金规划建议书090517">
  <a:themeElements>
    <a:clrScheme name="54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54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4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55_招商银行资本金规划建议书090517">
  <a:themeElements>
    <a:clrScheme name="55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55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5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56_招商银行资本金规划建议书090517">
  <a:themeElements>
    <a:clrScheme name="56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56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6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9.xml><?xml version="1.0" encoding="utf-8"?>
<a:theme xmlns:a="http://schemas.openxmlformats.org/drawingml/2006/main" name="57_招商银行资本金规划建议书090517">
  <a:themeElements>
    <a:clrScheme name="57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57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7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0.xml><?xml version="1.0" encoding="utf-8"?>
<a:theme xmlns:a="http://schemas.openxmlformats.org/drawingml/2006/main" name="58_招商银行资本金规划建议书090517">
  <a:themeElements>
    <a:clrScheme name="58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58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8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1.xml><?xml version="1.0" encoding="utf-8"?>
<a:theme xmlns:a="http://schemas.openxmlformats.org/drawingml/2006/main" name="59_招商银行资本金规划建议书090517">
  <a:themeElements>
    <a:clrScheme name="59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59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9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2.xml><?xml version="1.0" encoding="utf-8"?>
<a:theme xmlns:a="http://schemas.openxmlformats.org/drawingml/2006/main" name="60_招商银行资本金规划建议书090517">
  <a:themeElements>
    <a:clrScheme name="60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60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0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3.xml><?xml version="1.0" encoding="utf-8"?>
<a:theme xmlns:a="http://schemas.openxmlformats.org/drawingml/2006/main" name="61_招商银行资本金规划建议书090517">
  <a:themeElements>
    <a:clrScheme name="61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61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1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4.xml><?xml version="1.0" encoding="utf-8"?>
<a:theme xmlns:a="http://schemas.openxmlformats.org/drawingml/2006/main" name="62_招商银行资本金规划建议书090517">
  <a:themeElements>
    <a:clrScheme name="62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62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2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5.xml><?xml version="1.0" encoding="utf-8"?>
<a:theme xmlns:a="http://schemas.openxmlformats.org/drawingml/2006/main" name="63_招商银行资本金规划建议书090517">
  <a:themeElements>
    <a:clrScheme name="63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63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3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6.xml><?xml version="1.0" encoding="utf-8"?>
<a:theme xmlns:a="http://schemas.openxmlformats.org/drawingml/2006/main" name="64_招商银行资本金规划建议书090517">
  <a:themeElements>
    <a:clrScheme name="64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64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4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7.xml><?xml version="1.0" encoding="utf-8"?>
<a:theme xmlns:a="http://schemas.openxmlformats.org/drawingml/2006/main" name="65_招商银行资本金规划建议书090517">
  <a:themeElements>
    <a:clrScheme name="65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65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5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8.xml><?xml version="1.0" encoding="utf-8"?>
<a:theme xmlns:a="http://schemas.openxmlformats.org/drawingml/2006/main" name="66_招商银行资本金规划建议书090517">
  <a:themeElements>
    <a:clrScheme name="66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66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6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9.xml><?xml version="1.0" encoding="utf-8"?>
<a:theme xmlns:a="http://schemas.openxmlformats.org/drawingml/2006/main" name="67_招商银行资本金规划建议书090517">
  <a:themeElements>
    <a:clrScheme name="67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67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7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0.xml><?xml version="1.0" encoding="utf-8"?>
<a:theme xmlns:a="http://schemas.openxmlformats.org/drawingml/2006/main" name="68_招商银行资本金规划建议书090517">
  <a:themeElements>
    <a:clrScheme name="68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68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8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1.xml><?xml version="1.0" encoding="utf-8"?>
<a:theme xmlns:a="http://schemas.openxmlformats.org/drawingml/2006/main" name="69_招商银行资本金规划建议书090517">
  <a:themeElements>
    <a:clrScheme name="69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69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9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2.xml><?xml version="1.0" encoding="utf-8"?>
<a:theme xmlns:a="http://schemas.openxmlformats.org/drawingml/2006/main" name="70_招商银行资本金规划建议书090517">
  <a:themeElements>
    <a:clrScheme name="70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70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0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3.xml><?xml version="1.0" encoding="utf-8"?>
<a:theme xmlns:a="http://schemas.openxmlformats.org/drawingml/2006/main" name="71_招商银行资本金规划建议书090517">
  <a:themeElements>
    <a:clrScheme name="71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71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1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4.xml><?xml version="1.0" encoding="utf-8"?>
<a:theme xmlns:a="http://schemas.openxmlformats.org/drawingml/2006/main" name="72_招商银行资本金规划建议书090517">
  <a:themeElements>
    <a:clrScheme name="72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72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2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5.xml><?xml version="1.0" encoding="utf-8"?>
<a:theme xmlns:a="http://schemas.openxmlformats.org/drawingml/2006/main" name="73_招商银行资本金规划建议书090517">
  <a:themeElements>
    <a:clrScheme name="73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73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3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6.xml><?xml version="1.0" encoding="utf-8"?>
<a:theme xmlns:a="http://schemas.openxmlformats.org/drawingml/2006/main" name="74_招商银行资本金规划建议书090517">
  <a:themeElements>
    <a:clrScheme name="74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74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4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7.xml><?xml version="1.0" encoding="utf-8"?>
<a:theme xmlns:a="http://schemas.openxmlformats.org/drawingml/2006/main" name="75_招商银行资本金规划建议书090517">
  <a:themeElements>
    <a:clrScheme name="75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75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5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8.xml><?xml version="1.0" encoding="utf-8"?>
<a:theme xmlns:a="http://schemas.openxmlformats.org/drawingml/2006/main" name="76_招商银行资本金规划建议书090517">
  <a:themeElements>
    <a:clrScheme name="76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76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6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9.xml><?xml version="1.0" encoding="utf-8"?>
<a:theme xmlns:a="http://schemas.openxmlformats.org/drawingml/2006/main" name="77_招商银行资本金规划建议书090517">
  <a:themeElements>
    <a:clrScheme name="77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77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7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0.xml><?xml version="1.0" encoding="utf-8"?>
<a:theme xmlns:a="http://schemas.openxmlformats.org/drawingml/2006/main" name="78_招商银行资本金规划建议书090517">
  <a:themeElements>
    <a:clrScheme name="78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78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8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1.xml><?xml version="1.0" encoding="utf-8"?>
<a:theme xmlns:a="http://schemas.openxmlformats.org/drawingml/2006/main" name="79_招商银行资本金规划建议书090517">
  <a:themeElements>
    <a:clrScheme name="79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79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9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2.xml><?xml version="1.0" encoding="utf-8"?>
<a:theme xmlns:a="http://schemas.openxmlformats.org/drawingml/2006/main" name="80_招商银行资本金规划建议书090517">
  <a:themeElements>
    <a:clrScheme name="80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80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80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3.xml><?xml version="1.0" encoding="utf-8"?>
<a:theme xmlns:a="http://schemas.openxmlformats.org/drawingml/2006/main" name="81_招商银行资本金规划建议书090517">
  <a:themeElements>
    <a:clrScheme name="81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81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81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4.xml><?xml version="1.0" encoding="utf-8"?>
<a:theme xmlns:a="http://schemas.openxmlformats.org/drawingml/2006/main" name="82_招商银行资本金规划建议书090517">
  <a:themeElements>
    <a:clrScheme name="82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82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82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5.xml><?xml version="1.0" encoding="utf-8"?>
<a:theme xmlns:a="http://schemas.openxmlformats.org/drawingml/2006/main" name="83_招商银行资本金规划建议书090517">
  <a:themeElements>
    <a:clrScheme name="83_招商银行资本金规划建议书09051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83_招商银行资本金规划建议书090517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5D9CE0"/>
            </a:gs>
            <a:gs pos="100000">
              <a:srgbClr val="5D9CE0"/>
            </a:gs>
          </a:gsLst>
          <a:lin ang="18900000" scaled="1"/>
        </a:gradFill>
        <a:ln w="127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83_招商银行资本金规划建议书09051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8AB9E7"/>
        </a:accent6>
        <a:hlink>
          <a:srgbClr val="FFCC99"/>
        </a:hlink>
        <a:folHlink>
          <a:srgbClr val="CCFF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6.xml><?xml version="1.0" encoding="utf-8"?>
<a:theme xmlns:a="http://schemas.openxmlformats.org/drawingml/2006/main" name="7_默认设计模板">
  <a:themeElements>
    <a:clrScheme name="自定义 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00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A3B3B"/>
        </a:solidFill>
        <a:ln w="12700">
          <a:miter lim="400000"/>
        </a:ln>
      </a:spPr>
      <a:bodyPr lIns="45718" tIns="45719" rIns="45718" bIns="45719" anchor="ctr"/>
      <a:lstStyle>
        <a:defPPr algn="ctr">
          <a:defRPr>
            <a:solidFill>
              <a:srgbClr val="FFFFFF"/>
            </a:solidFill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99"/>
      </a:accent1>
      <a:accent2>
        <a:srgbClr val="99CCFF"/>
      </a:accent2>
      <a:accent3>
        <a:srgbClr val="FFFFFF"/>
      </a:accent3>
      <a:accent4>
        <a:srgbClr val="000000"/>
      </a:accent4>
      <a:accent5>
        <a:srgbClr val="AAADCA"/>
      </a:accent5>
      <a:accent6>
        <a:srgbClr val="8AB9E7"/>
      </a:accent6>
      <a:hlink>
        <a:srgbClr val="FFCC99"/>
      </a:hlink>
      <a:folHlink>
        <a:srgbClr val="CCFF66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2529</Words>
  <Application>WPS 演示</Application>
  <PresentationFormat>宽屏</PresentationFormat>
  <Paragraphs>341</Paragraphs>
  <Slides>9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86</vt:i4>
      </vt:variant>
      <vt:variant>
        <vt:lpstr>幻灯片标题</vt:lpstr>
      </vt:variant>
      <vt:variant>
        <vt:i4>9</vt:i4>
      </vt:variant>
    </vt:vector>
  </HeadingPairs>
  <TitlesOfParts>
    <vt:vector size="114" baseType="lpstr">
      <vt:lpstr>Arial</vt:lpstr>
      <vt:lpstr>宋体</vt:lpstr>
      <vt:lpstr>Wingdings</vt:lpstr>
      <vt:lpstr>楷体_GB2312</vt:lpstr>
      <vt:lpstr>新宋体</vt:lpstr>
      <vt:lpstr>Calibri Light</vt:lpstr>
      <vt:lpstr>微软雅黑</vt:lpstr>
      <vt:lpstr>Times New Roman</vt:lpstr>
      <vt:lpstr>华文琥珀</vt:lpstr>
      <vt:lpstr>华文楷体</vt:lpstr>
      <vt:lpstr>Wingdings</vt:lpstr>
      <vt:lpstr>等线</vt:lpstr>
      <vt:lpstr>华文中宋</vt:lpstr>
      <vt:lpstr>楷体</vt:lpstr>
      <vt:lpstr>仿宋</vt:lpstr>
      <vt:lpstr>Cambria Math</vt:lpstr>
      <vt:lpstr>MS Mincho</vt:lpstr>
      <vt:lpstr>Calibri</vt:lpstr>
      <vt:lpstr>Arial Unicode MS</vt:lpstr>
      <vt:lpstr>招商银行资本金规划建议书090517</vt:lpstr>
      <vt:lpstr>1_招商银行资本金规划建议书090517</vt:lpstr>
      <vt:lpstr>3_招商银行资本金规划建议书090517</vt:lpstr>
      <vt:lpstr>2_招商银行资本金规划建议书090517</vt:lpstr>
      <vt:lpstr>4_招商银行资本金规划建议书090517</vt:lpstr>
      <vt:lpstr>5_招商银行资本金规划建议书090517</vt:lpstr>
      <vt:lpstr>6_招商银行资本金规划建议书090517</vt:lpstr>
      <vt:lpstr>12_默认设计模板</vt:lpstr>
      <vt:lpstr>7_招商银行资本金规划建议书090517</vt:lpstr>
      <vt:lpstr>8_招商银行资本金规划建议书090517</vt:lpstr>
      <vt:lpstr>9_招商银行资本金规划建议书090517</vt:lpstr>
      <vt:lpstr>10_招商银行资本金规划建议书090517</vt:lpstr>
      <vt:lpstr>11_招商银行资本金规划建议书090517</vt:lpstr>
      <vt:lpstr>12_招商银行资本金规划建议书090517</vt:lpstr>
      <vt:lpstr>13_招商银行资本金规划建议书090517</vt:lpstr>
      <vt:lpstr>14_招商银行资本金规划建议书090517</vt:lpstr>
      <vt:lpstr>15_招商银行资本金规划建议书090517</vt:lpstr>
      <vt:lpstr>16_招商银行资本金规划建议书090517</vt:lpstr>
      <vt:lpstr>17_招商银行资本金规划建议书090517</vt:lpstr>
      <vt:lpstr>18_招商银行资本金规划建议书090517</vt:lpstr>
      <vt:lpstr>19_招商银行资本金规划建议书090517</vt:lpstr>
      <vt:lpstr>20_招商银行资本金规划建议书090517</vt:lpstr>
      <vt:lpstr>21_招商银行资本金规划建议书090517</vt:lpstr>
      <vt:lpstr>22_招商银行资本金规划建议书090517</vt:lpstr>
      <vt:lpstr>23_招商银行资本金规划建议书090517</vt:lpstr>
      <vt:lpstr>24_招商银行资本金规划建议书090517</vt:lpstr>
      <vt:lpstr>25_招商银行资本金规划建议书090517</vt:lpstr>
      <vt:lpstr>26_招商银行资本金规划建议书090517</vt:lpstr>
      <vt:lpstr>27_招商银行资本金规划建议书090517</vt:lpstr>
      <vt:lpstr>28_招商银行资本金规划建议书090517</vt:lpstr>
      <vt:lpstr>29_招商银行资本金规划建议书090517</vt:lpstr>
      <vt:lpstr>30_招商银行资本金规划建议书090517</vt:lpstr>
      <vt:lpstr>31_招商银行资本金规划建议书090517</vt:lpstr>
      <vt:lpstr>32_招商银行资本金规划建议书090517</vt:lpstr>
      <vt:lpstr>33_招商银行资本金规划建议书090517</vt:lpstr>
      <vt:lpstr>34_招商银行资本金规划建议书090517</vt:lpstr>
      <vt:lpstr>35_招商银行资本金规划建议书090517</vt:lpstr>
      <vt:lpstr>36_招商银行资本金规划建议书090517</vt:lpstr>
      <vt:lpstr>37_招商银行资本金规划建议书090517</vt:lpstr>
      <vt:lpstr>38_招商银行资本金规划建议书090517</vt:lpstr>
      <vt:lpstr>39_招商银行资本金规划建议书090517</vt:lpstr>
      <vt:lpstr>40_招商银行资本金规划建议书090517</vt:lpstr>
      <vt:lpstr>41_招商银行资本金规划建议书090517</vt:lpstr>
      <vt:lpstr>42_招商银行资本金规划建议书090517</vt:lpstr>
      <vt:lpstr>43_招商银行资本金规划建议书090517</vt:lpstr>
      <vt:lpstr>44_招商银行资本金规划建议书090517</vt:lpstr>
      <vt:lpstr>45_招商银行资本金规划建议书090517</vt:lpstr>
      <vt:lpstr>46_招商银行资本金规划建议书090517</vt:lpstr>
      <vt:lpstr>47_招商银行资本金规划建议书090517</vt:lpstr>
      <vt:lpstr>48_招商银行资本金规划建议书090517</vt:lpstr>
      <vt:lpstr>49_招商银行资本金规划建议书090517</vt:lpstr>
      <vt:lpstr>50_招商银行资本金规划建议书090517</vt:lpstr>
      <vt:lpstr>51_招商银行资本金规划建议书090517</vt:lpstr>
      <vt:lpstr>52_招商银行资本金规划建议书090517</vt:lpstr>
      <vt:lpstr>53_招商银行资本金规划建议书090517</vt:lpstr>
      <vt:lpstr>54_招商银行资本金规划建议书090517</vt:lpstr>
      <vt:lpstr>55_招商银行资本金规划建议书090517</vt:lpstr>
      <vt:lpstr>56_招商银行资本金规划建议书090517</vt:lpstr>
      <vt:lpstr>57_招商银行资本金规划建议书090517</vt:lpstr>
      <vt:lpstr>58_招商银行资本金规划建议书090517</vt:lpstr>
      <vt:lpstr>59_招商银行资本金规划建议书090517</vt:lpstr>
      <vt:lpstr>60_招商银行资本金规划建议书090517</vt:lpstr>
      <vt:lpstr>61_招商银行资本金规划建议书090517</vt:lpstr>
      <vt:lpstr>62_招商银行资本金规划建议书090517</vt:lpstr>
      <vt:lpstr>63_招商银行资本金规划建议书090517</vt:lpstr>
      <vt:lpstr>64_招商银行资本金规划建议书090517</vt:lpstr>
      <vt:lpstr>65_招商银行资本金规划建议书090517</vt:lpstr>
      <vt:lpstr>66_招商银行资本金规划建议书090517</vt:lpstr>
      <vt:lpstr>67_招商银行资本金规划建议书090517</vt:lpstr>
      <vt:lpstr>68_招商银行资本金规划建议书090517</vt:lpstr>
      <vt:lpstr>69_招商银行资本金规划建议书090517</vt:lpstr>
      <vt:lpstr>70_招商银行资本金规划建议书090517</vt:lpstr>
      <vt:lpstr>71_招商银行资本金规划建议书090517</vt:lpstr>
      <vt:lpstr>72_招商银行资本金规划建议书090517</vt:lpstr>
      <vt:lpstr>73_招商银行资本金规划建议书090517</vt:lpstr>
      <vt:lpstr>74_招商银行资本金规划建议书090517</vt:lpstr>
      <vt:lpstr>75_招商银行资本金规划建议书090517</vt:lpstr>
      <vt:lpstr>76_招商银行资本金规划建议书090517</vt:lpstr>
      <vt:lpstr>77_招商银行资本金规划建议书090517</vt:lpstr>
      <vt:lpstr>78_招商银行资本金规划建议书090517</vt:lpstr>
      <vt:lpstr>79_招商银行资本金规划建议书090517</vt:lpstr>
      <vt:lpstr>80_招商银行资本金规划建议书090517</vt:lpstr>
      <vt:lpstr>81_招商银行资本金规划建议书090517</vt:lpstr>
      <vt:lpstr>82_招商银行资本金规划建议书090517</vt:lpstr>
      <vt:lpstr>83_招商银行资本金规划建议书090517</vt:lpstr>
      <vt:lpstr>7_默认设计模板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华泰证券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孙晶晶</dc:creator>
  <cp:lastModifiedBy>017268</cp:lastModifiedBy>
  <cp:revision>3050</cp:revision>
  <cp:lastPrinted>2016-03-18T09:07:00Z</cp:lastPrinted>
  <dcterms:created xsi:type="dcterms:W3CDTF">2006-09-09T22:18:00Z</dcterms:created>
  <dcterms:modified xsi:type="dcterms:W3CDTF">2026-03-11T05:31:38Z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2052-11.8.2.12118</vt:lpwstr>
  </property>
  <property fmtid="{D5CDD505-2E9C-101B-9397-08002B2CF9AE}" pid="3" name="ICV">
    <vt:lpwstr>9F482E0CEB57459D92C571A296716921</vt:lpwstr>
  </property>
</Properties>
</file>